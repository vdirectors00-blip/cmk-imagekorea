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sldIdLst>
    <p:sldId id="277" r:id="rId3"/>
    <p:sldId id="279" r:id="rId4"/>
    <p:sldId id="284" r:id="rId5"/>
    <p:sldId id="289" r:id="rId6"/>
    <p:sldId id="280" r:id="rId7"/>
    <p:sldId id="287" r:id="rId8"/>
    <p:sldId id="292" r:id="rId9"/>
    <p:sldId id="293" r:id="rId10"/>
    <p:sldId id="294" r:id="rId11"/>
    <p:sldId id="295" r:id="rId12"/>
    <p:sldId id="285" r:id="rId13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1" userDrawn="1">
          <p15:clr>
            <a:srgbClr val="A4A3A4"/>
          </p15:clr>
        </p15:guide>
        <p15:guide id="2" pos="1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BB8AEA"/>
    <a:srgbClr val="33304D"/>
    <a:srgbClr val="F0E6FA"/>
    <a:srgbClr val="E6E6E6"/>
    <a:srgbClr val="F7F7F7"/>
    <a:srgbClr val="9793BB"/>
    <a:srgbClr val="E2CEF6"/>
    <a:srgbClr val="5F4B8A"/>
    <a:srgbClr val="137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24" autoAdjust="0"/>
    <p:restoredTop sz="96247" autoAdjust="0"/>
  </p:normalViewPr>
  <p:slideViewPr>
    <p:cSldViewPr snapToGrid="0">
      <p:cViewPr varScale="1">
        <p:scale>
          <a:sx n="112" d="100"/>
          <a:sy n="112" d="100"/>
        </p:scale>
        <p:origin x="4458" y="78"/>
      </p:cViewPr>
      <p:guideLst>
        <p:guide orient="horz" pos="1941"/>
        <p:guide pos="13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2BC5B-A5A2-4742-AD93-73AA5176346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8ADF3-F304-4CF8-A155-58F868AEBA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41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5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41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0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17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03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2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07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3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25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788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941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30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20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950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758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27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02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7250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945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5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E6E6"/>
            </a:gs>
            <a:gs pos="100000">
              <a:srgbClr val="E6E6E6"/>
            </a:gs>
            <a:gs pos="89000">
              <a:schemeClr val="bg1"/>
            </a:gs>
            <a:gs pos="12000">
              <a:schemeClr val="bg1">
                <a:lumMod val="0"/>
                <a:lumOff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64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AB337-C65D-493B-9E25-DB0373697223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6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9" Type="http://schemas.openxmlformats.org/officeDocument/2006/relationships/image" Target="../media/image64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42" Type="http://schemas.openxmlformats.org/officeDocument/2006/relationships/image" Target="../media/image67.png"/><Relationship Id="rId7" Type="http://schemas.openxmlformats.org/officeDocument/2006/relationships/image" Target="../media/image32.png"/><Relationship Id="rId2" Type="http://schemas.openxmlformats.org/officeDocument/2006/relationships/image" Target="../media/image28.jpeg"/><Relationship Id="rId16" Type="http://schemas.openxmlformats.org/officeDocument/2006/relationships/image" Target="../media/image41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40" Type="http://schemas.openxmlformats.org/officeDocument/2006/relationships/image" Target="../media/image65.png"/><Relationship Id="rId45" Type="http://schemas.openxmlformats.org/officeDocument/2006/relationships/image" Target="../media/image70.png"/><Relationship Id="rId5" Type="http://schemas.openxmlformats.org/officeDocument/2006/relationships/image" Target="../media/image2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4" Type="http://schemas.openxmlformats.org/officeDocument/2006/relationships/image" Target="../media/image69.png"/><Relationship Id="rId4" Type="http://schemas.openxmlformats.org/officeDocument/2006/relationships/image" Target="../media/image30.jpeg"/><Relationship Id="rId9" Type="http://schemas.openxmlformats.org/officeDocument/2006/relationships/image" Target="../media/image34.jpe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43" Type="http://schemas.openxmlformats.org/officeDocument/2006/relationships/image" Target="../media/image68.png"/><Relationship Id="rId8" Type="http://schemas.openxmlformats.org/officeDocument/2006/relationships/image" Target="../media/image33.png"/><Relationship Id="rId3" Type="http://schemas.openxmlformats.org/officeDocument/2006/relationships/image" Target="../media/image29.jpe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Relationship Id="rId46" Type="http://schemas.openxmlformats.org/officeDocument/2006/relationships/image" Target="../media/image71.png"/><Relationship Id="rId20" Type="http://schemas.openxmlformats.org/officeDocument/2006/relationships/image" Target="../media/image45.png"/><Relationship Id="rId4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:\CMK 회사소개\IMG_6024.jpg">
            <a:extLst>
              <a:ext uri="{FF2B5EF4-FFF2-40B4-BE49-F238E27FC236}">
                <a16:creationId xmlns:a16="http://schemas.microsoft.com/office/drawing/2014/main" id="{6E9F8557-EC6E-4554-A088-7908DEBFA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971" t="-124" r="31938" b="18400"/>
          <a:stretch/>
        </p:blipFill>
        <p:spPr bwMode="auto">
          <a:xfrm flipH="1">
            <a:off x="-3" y="-13166"/>
            <a:ext cx="6857999" cy="865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J:\CMK\CMK 로고 2018.png">
            <a:extLst>
              <a:ext uri="{FF2B5EF4-FFF2-40B4-BE49-F238E27FC236}">
                <a16:creationId xmlns:a16="http://schemas.microsoft.com/office/drawing/2014/main" id="{BE298186-63EE-460A-9286-391E641D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918" y="8901964"/>
            <a:ext cx="2068156" cy="49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A9C10D-A2D8-4D7F-A695-86816DB57C20}"/>
              </a:ext>
            </a:extLst>
          </p:cNvPr>
          <p:cNvSpPr/>
          <p:nvPr/>
        </p:nvSpPr>
        <p:spPr>
          <a:xfrm>
            <a:off x="-3" y="6386286"/>
            <a:ext cx="6857999" cy="2250954"/>
          </a:xfrm>
          <a:prstGeom prst="rect">
            <a:avLst/>
          </a:prstGeom>
          <a:gradFill>
            <a:gsLst>
              <a:gs pos="48000">
                <a:srgbClr val="FFFFFF">
                  <a:alpha val="72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Light" panose="02020603020101020101" pitchFamily="18" charset="-127"/>
              <a:ea typeface="KoPub돋움체 Light" panose="02020603020101020101" pitchFamily="18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F4D46C-9412-46C2-A1F5-BDD1887F5468}"/>
              </a:ext>
            </a:extLst>
          </p:cNvPr>
          <p:cNvSpPr/>
          <p:nvPr/>
        </p:nvSpPr>
        <p:spPr>
          <a:xfrm>
            <a:off x="1801336" y="10174305"/>
            <a:ext cx="4706759" cy="6139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이미지 컨설턴트 전문가 과정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EADAC-4672-42B2-B75D-FF7D26FB43D5}"/>
              </a:ext>
            </a:extLst>
          </p:cNvPr>
          <p:cNvSpPr txBox="1"/>
          <p:nvPr/>
        </p:nvSpPr>
        <p:spPr>
          <a:xfrm>
            <a:off x="1662328" y="10925628"/>
            <a:ext cx="4984775" cy="64633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프로그램 소개서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254C41C-C891-42F7-9848-901FBF915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00" y="2791702"/>
            <a:ext cx="5444200" cy="203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0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6F439BF8-56C1-4921-9EB7-7183FF7D1883}"/>
              </a:ext>
            </a:extLst>
          </p:cNvPr>
          <p:cNvGrpSpPr/>
          <p:nvPr/>
        </p:nvGrpSpPr>
        <p:grpSpPr>
          <a:xfrm>
            <a:off x="433128" y="5180179"/>
            <a:ext cx="5991741" cy="2887808"/>
            <a:chOff x="498735" y="5943933"/>
            <a:chExt cx="6057172" cy="3216114"/>
          </a:xfrm>
        </p:grpSpPr>
        <p:pic>
          <p:nvPicPr>
            <p:cNvPr id="4" name="Picture 2" descr="C:\Users\win10\Desktop\한국화장품4.jpg">
              <a:extLst>
                <a:ext uri="{FF2B5EF4-FFF2-40B4-BE49-F238E27FC236}">
                  <a16:creationId xmlns:a16="http://schemas.microsoft.com/office/drawing/2014/main" id="{8D674B4D-E95F-4FDA-B8CD-4BD20407A2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0261" y="5956576"/>
              <a:ext cx="2135646" cy="32034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3" descr="C:\Users\win10\Desktop\한국화장품7.jpg">
              <a:extLst>
                <a:ext uri="{FF2B5EF4-FFF2-40B4-BE49-F238E27FC236}">
                  <a16:creationId xmlns:a16="http://schemas.microsoft.com/office/drawing/2014/main" id="{6FC384FD-0093-4236-A8E8-8ABB6E66E3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3229" y="5956577"/>
              <a:ext cx="2402602" cy="32034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F2A65B3-FE8A-4ABB-A58B-E4FF09410E49}"/>
                </a:ext>
              </a:extLst>
            </p:cNvPr>
            <p:cNvGrpSpPr/>
            <p:nvPr/>
          </p:nvGrpSpPr>
          <p:grpSpPr>
            <a:xfrm>
              <a:off x="498735" y="5943933"/>
              <a:ext cx="1401342" cy="3216114"/>
              <a:chOff x="660869" y="5943932"/>
              <a:chExt cx="1352620" cy="3104297"/>
            </a:xfrm>
          </p:grpSpPr>
          <p:pic>
            <p:nvPicPr>
              <p:cNvPr id="7" name="Picture 5" descr="C:\Users\win10\Desktop\콜라랄.JPG">
                <a:extLst>
                  <a:ext uri="{FF2B5EF4-FFF2-40B4-BE49-F238E27FC236}">
                    <a16:creationId xmlns:a16="http://schemas.microsoft.com/office/drawing/2014/main" id="{24BB5D35-4819-498E-8813-24745E6D98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0938" y="7970415"/>
                <a:ext cx="1352551" cy="1077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C:\Users\win10\Desktop\국ㄱ.JPG">
                <a:extLst>
                  <a:ext uri="{FF2B5EF4-FFF2-40B4-BE49-F238E27FC236}">
                    <a16:creationId xmlns:a16="http://schemas.microsoft.com/office/drawing/2014/main" id="{3D504823-BF7E-424D-A170-374C61CFFD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0869" y="7051594"/>
                <a:ext cx="1344876" cy="8955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7" descr="C:\Users\win10\Desktop\콜ㄹㄹ라.JPG">
                <a:extLst>
                  <a:ext uri="{FF2B5EF4-FFF2-40B4-BE49-F238E27FC236}">
                    <a16:creationId xmlns:a16="http://schemas.microsoft.com/office/drawing/2014/main" id="{A75968F5-1132-4F88-B7DD-1E768F125C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0938" y="5943932"/>
                <a:ext cx="1352550" cy="10858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1" name="직사각형 22">
            <a:extLst>
              <a:ext uri="{FF2B5EF4-FFF2-40B4-BE49-F238E27FC236}">
                <a16:creationId xmlns:a16="http://schemas.microsoft.com/office/drawing/2014/main" id="{EA8C7E50-CA5F-479E-8076-AC3BEF320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347" y="3591865"/>
            <a:ext cx="537330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CMK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이미지코리아의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25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년 노하우</a:t>
            </a:r>
            <a:r>
              <a:rPr kumimoji="0" lang="ko-KR" altLang="en-US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고스란히 담은 과정으로</a:t>
            </a:r>
            <a:endParaRPr kumimoji="0" lang="en-US" altLang="ko-KR" sz="1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이미지 컨설턴트로서 갖추어야 할 기본지식과 </a:t>
            </a:r>
            <a:endParaRPr kumimoji="0" lang="en-US" altLang="ko-KR" sz="1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현장에서의 활용법을 깊이 있게 익히실 수 있습니다</a:t>
            </a:r>
            <a:r>
              <a:rPr kumimoji="0" lang="en-US" altLang="ko-KR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탄탄한 이론과 </a:t>
            </a:r>
            <a:r>
              <a:rPr kumimoji="0" lang="en-US" altLang="ko-KR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1:1 </a:t>
            </a:r>
            <a:r>
              <a:rPr kumimoji="0" lang="ko-KR" altLang="en-US" sz="14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밀착 실습으로 진행</a:t>
            </a:r>
            <a:r>
              <a:rPr kumimoji="0" lang="ko-KR" altLang="en-US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되는 본 과정은</a:t>
            </a:r>
            <a:endParaRPr kumimoji="0" lang="en-US" altLang="ko-KR" sz="1400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차별화된 교육과 코칭이 가능한 이미지 컨설턴트로의 성장을 약속합니다</a:t>
            </a:r>
            <a:r>
              <a:rPr kumimoji="0" lang="en-US" altLang="ko-KR" sz="14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13" name="Picture 2" descr="J:\CMK\CMK 로고 2018.png">
            <a:extLst>
              <a:ext uri="{FF2B5EF4-FFF2-40B4-BE49-F238E27FC236}">
                <a16:creationId xmlns:a16="http://schemas.microsoft.com/office/drawing/2014/main" id="{87A9781E-E53B-40C6-9E2A-1C4BFCB84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390" y="2084303"/>
            <a:ext cx="1709220" cy="40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97CB882-43C3-4747-B92B-47EA2B1EA4BE}"/>
              </a:ext>
            </a:extLst>
          </p:cNvPr>
          <p:cNvCxnSpPr/>
          <p:nvPr/>
        </p:nvCxnSpPr>
        <p:spPr>
          <a:xfrm>
            <a:off x="1227028" y="3243955"/>
            <a:ext cx="440394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ADEF6A-AFB8-4095-BBEB-A37AC7C8AB67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F0F630-CB3F-4433-98FE-E37D5D1EC55B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2C4FE8E-2CD4-499D-972C-BC7EE6FFD7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22" y="2373961"/>
            <a:ext cx="4645555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0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56AFDC72-1734-4064-9098-6E1E48269942}"/>
              </a:ext>
            </a:extLst>
          </p:cNvPr>
          <p:cNvGrpSpPr/>
          <p:nvPr/>
        </p:nvGrpSpPr>
        <p:grpSpPr>
          <a:xfrm>
            <a:off x="334327" y="1445942"/>
            <a:ext cx="6189345" cy="1544054"/>
            <a:chOff x="305276" y="2296159"/>
            <a:chExt cx="6189345" cy="1544054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34D3EAA1-D211-4159-84CB-84E808527084}"/>
                </a:ext>
              </a:extLst>
            </p:cNvPr>
            <p:cNvCxnSpPr/>
            <p:nvPr/>
          </p:nvCxnSpPr>
          <p:spPr>
            <a:xfrm>
              <a:off x="1392000" y="3068186"/>
              <a:ext cx="72008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막힌 원호 65">
              <a:extLst>
                <a:ext uri="{FF2B5EF4-FFF2-40B4-BE49-F238E27FC236}">
                  <a16:creationId xmlns:a16="http://schemas.microsoft.com/office/drawing/2014/main" id="{7FCCF983-CF1C-4DB3-A1D4-D713ED4F7BE9}"/>
                </a:ext>
              </a:extLst>
            </p:cNvPr>
            <p:cNvSpPr/>
            <p:nvPr/>
          </p:nvSpPr>
          <p:spPr>
            <a:xfrm rot="5400000">
              <a:off x="305276" y="2485489"/>
              <a:ext cx="1165396" cy="1165395"/>
            </a:xfrm>
            <a:prstGeom prst="blockArc">
              <a:avLst>
                <a:gd name="adj1" fmla="val 10800000"/>
                <a:gd name="adj2" fmla="val 2123"/>
                <a:gd name="adj3" fmla="val 3882"/>
              </a:avLst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699B29D1-7A83-40A5-8FB1-C254BE71B827}"/>
                </a:ext>
              </a:extLst>
            </p:cNvPr>
            <p:cNvSpPr/>
            <p:nvPr/>
          </p:nvSpPr>
          <p:spPr>
            <a:xfrm rot="5400000">
              <a:off x="459072" y="2639286"/>
              <a:ext cx="857802" cy="857801"/>
            </a:xfrm>
            <a:prstGeom prst="ellipse">
              <a:avLst/>
            </a:prstGeom>
            <a:solidFill>
              <a:srgbClr val="553A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729DFF47-9AC7-4D7A-B5AE-EEAC70BFC545}"/>
                </a:ext>
              </a:extLst>
            </p:cNvPr>
            <p:cNvSpPr/>
            <p:nvPr/>
          </p:nvSpPr>
          <p:spPr>
            <a:xfrm rot="5400000">
              <a:off x="1329316" y="2964837"/>
              <a:ext cx="206699" cy="206699"/>
            </a:xfrm>
            <a:prstGeom prst="ellipse">
              <a:avLst/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0EAFCBE-0347-4061-812B-222904ED6B5C}"/>
                </a:ext>
              </a:extLst>
            </p:cNvPr>
            <p:cNvSpPr/>
            <p:nvPr/>
          </p:nvSpPr>
          <p:spPr>
            <a:xfrm>
              <a:off x="583852" y="2775799"/>
              <a:ext cx="59503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목표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84B0946-CD5B-4ECC-A3BC-A5D41DCC8F9E}"/>
                </a:ext>
              </a:extLst>
            </p:cNvPr>
            <p:cNvSpPr/>
            <p:nvPr/>
          </p:nvSpPr>
          <p:spPr>
            <a:xfrm>
              <a:off x="1824048" y="2296159"/>
              <a:ext cx="4670573" cy="15440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marR="0" lvl="0" indent="-34290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ea"/>
                <a:buAutoNum type="circleNumDbPlain"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06B5BD4-22C8-451D-AB79-1E829AE4EA6D}"/>
                </a:ext>
              </a:extLst>
            </p:cNvPr>
            <p:cNvSpPr txBox="1"/>
            <p:nvPr/>
          </p:nvSpPr>
          <p:spPr>
            <a:xfrm>
              <a:off x="1984835" y="2460071"/>
              <a:ext cx="4414094" cy="12162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실무 강의를 통해 이미지컨설팅 시스템 활용방법을 습득합니다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</a:t>
              </a: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퍼스널컬러의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사계절유형 색상의 특징을 숙지하고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신체 색상의 유형을 파악하고 분석합니다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</a:t>
              </a: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이미지컨설팅 진단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Tool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을 활용한 프로그램 내재화를 시키고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이미지 컨설턴트로서 전문역량을 함양합니다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78A76F7-F99E-413E-8BF5-897661A6AE26}"/>
              </a:ext>
            </a:extLst>
          </p:cNvPr>
          <p:cNvGrpSpPr/>
          <p:nvPr/>
        </p:nvGrpSpPr>
        <p:grpSpPr>
          <a:xfrm>
            <a:off x="334327" y="3072330"/>
            <a:ext cx="6291252" cy="1697388"/>
            <a:chOff x="363378" y="3825552"/>
            <a:chExt cx="6291252" cy="1697388"/>
          </a:xfrm>
        </p:grpSpPr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71746D79-32FE-43E7-B806-FCAD4DB704CC}"/>
                </a:ext>
              </a:extLst>
            </p:cNvPr>
            <p:cNvCxnSpPr/>
            <p:nvPr/>
          </p:nvCxnSpPr>
          <p:spPr>
            <a:xfrm>
              <a:off x="1450102" y="4674245"/>
              <a:ext cx="72008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64CD14A1-8A28-4DC8-B46D-2AFC728B453C}"/>
                </a:ext>
              </a:extLst>
            </p:cNvPr>
            <p:cNvSpPr/>
            <p:nvPr/>
          </p:nvSpPr>
          <p:spPr>
            <a:xfrm>
              <a:off x="1882150" y="3895917"/>
              <a:ext cx="4670573" cy="15566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막힌 원호 128">
              <a:extLst>
                <a:ext uri="{FF2B5EF4-FFF2-40B4-BE49-F238E27FC236}">
                  <a16:creationId xmlns:a16="http://schemas.microsoft.com/office/drawing/2014/main" id="{02BDF03B-500D-4F72-9D6C-293467A4918D}"/>
                </a:ext>
              </a:extLst>
            </p:cNvPr>
            <p:cNvSpPr/>
            <p:nvPr/>
          </p:nvSpPr>
          <p:spPr>
            <a:xfrm rot="5400000">
              <a:off x="363378" y="4091548"/>
              <a:ext cx="1165396" cy="1165395"/>
            </a:xfrm>
            <a:prstGeom prst="blockArc">
              <a:avLst>
                <a:gd name="adj1" fmla="val 10800000"/>
                <a:gd name="adj2" fmla="val 2123"/>
                <a:gd name="adj3" fmla="val 3882"/>
              </a:avLst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4C07371-0475-48E8-87ED-ED75A38ACB7B}"/>
                </a:ext>
              </a:extLst>
            </p:cNvPr>
            <p:cNvSpPr/>
            <p:nvPr/>
          </p:nvSpPr>
          <p:spPr>
            <a:xfrm rot="5400000">
              <a:off x="517174" y="4245345"/>
              <a:ext cx="857802" cy="857801"/>
            </a:xfrm>
            <a:prstGeom prst="ellipse">
              <a:avLst/>
            </a:prstGeom>
            <a:solidFill>
              <a:srgbClr val="553A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1E5FA0B3-C107-4186-93C5-370CBDCEBE51}"/>
                </a:ext>
              </a:extLst>
            </p:cNvPr>
            <p:cNvSpPr/>
            <p:nvPr/>
          </p:nvSpPr>
          <p:spPr>
            <a:xfrm rot="5400000">
              <a:off x="1387418" y="4570896"/>
              <a:ext cx="206699" cy="206699"/>
            </a:xfrm>
            <a:prstGeom prst="ellipse">
              <a:avLst/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8669445E-BC85-46D3-8F2F-C1F087DDC235}"/>
                </a:ext>
              </a:extLst>
            </p:cNvPr>
            <p:cNvSpPr/>
            <p:nvPr/>
          </p:nvSpPr>
          <p:spPr>
            <a:xfrm>
              <a:off x="641953" y="4381858"/>
              <a:ext cx="59503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안내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77201A22-1A43-4F23-ABA8-D99077FF7647}"/>
                </a:ext>
              </a:extLst>
            </p:cNvPr>
            <p:cNvSpPr txBox="1"/>
            <p:nvPr/>
          </p:nvSpPr>
          <p:spPr>
            <a:xfrm>
              <a:off x="1882150" y="3825552"/>
              <a:ext cx="4772480" cy="169738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 일정은 강의 시간 조율 후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진행 월요일 토요일 위주 진행</a:t>
              </a: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교육시간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 과정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(1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H,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총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25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H)  /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13:00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~ 1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:00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              10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10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10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17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10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24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10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31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일정은 수강자들의 스케줄에 따라 변동 가능함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교육장소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경기 용인시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기흥구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탑실로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152 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          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탑실마을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대주피오레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단지 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커뮤니티센터 </a:t>
              </a:r>
              <a:endParaRPr lang="en-US" altLang="ko-KR" sz="11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서울교육장소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1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슈가맨워크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1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군자역점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1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군자역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 출구에서 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126m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2015D28-6045-421D-AA28-09B5F2372EF2}"/>
              </a:ext>
            </a:extLst>
          </p:cNvPr>
          <p:cNvGrpSpPr/>
          <p:nvPr/>
        </p:nvGrpSpPr>
        <p:grpSpPr>
          <a:xfrm>
            <a:off x="334327" y="4760877"/>
            <a:ext cx="6189345" cy="1165396"/>
            <a:chOff x="363378" y="5358392"/>
            <a:chExt cx="6189345" cy="1165396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F80093B6-590A-4AC1-AC52-587BB06439EB}"/>
                </a:ext>
              </a:extLst>
            </p:cNvPr>
            <p:cNvCxnSpPr/>
            <p:nvPr/>
          </p:nvCxnSpPr>
          <p:spPr>
            <a:xfrm>
              <a:off x="1450102" y="5941089"/>
              <a:ext cx="72008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막힌 원호 136">
              <a:extLst>
                <a:ext uri="{FF2B5EF4-FFF2-40B4-BE49-F238E27FC236}">
                  <a16:creationId xmlns:a16="http://schemas.microsoft.com/office/drawing/2014/main" id="{8BB5801E-C44D-4EE0-82F9-68876ADD717C}"/>
                </a:ext>
              </a:extLst>
            </p:cNvPr>
            <p:cNvSpPr/>
            <p:nvPr/>
          </p:nvSpPr>
          <p:spPr>
            <a:xfrm rot="5400000">
              <a:off x="363378" y="5358392"/>
              <a:ext cx="1165396" cy="1165395"/>
            </a:xfrm>
            <a:prstGeom prst="blockArc">
              <a:avLst>
                <a:gd name="adj1" fmla="val 10800000"/>
                <a:gd name="adj2" fmla="val 2123"/>
                <a:gd name="adj3" fmla="val 3882"/>
              </a:avLst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DCAF88B1-8CAD-4657-9A97-D5844171BE89}"/>
                </a:ext>
              </a:extLst>
            </p:cNvPr>
            <p:cNvSpPr/>
            <p:nvPr/>
          </p:nvSpPr>
          <p:spPr>
            <a:xfrm rot="5400000">
              <a:off x="517174" y="5512189"/>
              <a:ext cx="857802" cy="857801"/>
            </a:xfrm>
            <a:prstGeom prst="ellipse">
              <a:avLst/>
            </a:prstGeom>
            <a:solidFill>
              <a:srgbClr val="553A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1259D74B-6EEE-496E-AABB-B40151F16600}"/>
                </a:ext>
              </a:extLst>
            </p:cNvPr>
            <p:cNvSpPr/>
            <p:nvPr/>
          </p:nvSpPr>
          <p:spPr>
            <a:xfrm rot="5400000">
              <a:off x="1387418" y="5837740"/>
              <a:ext cx="206699" cy="206699"/>
            </a:xfrm>
            <a:prstGeom prst="ellipse">
              <a:avLst/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D029551E-5106-4D12-B28A-6D0C7273A5CD}"/>
                </a:ext>
              </a:extLst>
            </p:cNvPr>
            <p:cNvSpPr/>
            <p:nvPr/>
          </p:nvSpPr>
          <p:spPr>
            <a:xfrm>
              <a:off x="641952" y="5648702"/>
              <a:ext cx="59503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비용</a:t>
              </a: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8EDB0BBD-1C67-4CBB-97B8-CFCC5CF8E995}"/>
                </a:ext>
              </a:extLst>
            </p:cNvPr>
            <p:cNvSpPr/>
            <p:nvPr/>
          </p:nvSpPr>
          <p:spPr>
            <a:xfrm>
              <a:off x="1882150" y="5376243"/>
              <a:ext cx="4670573" cy="11296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3960BE9-DE13-496D-A89F-FD151176E2EB}"/>
                </a:ext>
              </a:extLst>
            </p:cNvPr>
            <p:cNvSpPr txBox="1"/>
            <p:nvPr/>
          </p:nvSpPr>
          <p:spPr>
            <a:xfrm>
              <a:off x="2042936" y="5397096"/>
              <a:ext cx="4451685" cy="108799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49322" indent="-149322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人 기준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350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만원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ko-KR" altLang="en-US" sz="1100" spc="0" dirty="0">
                  <a:latin typeface="+mn-ea"/>
                  <a:ea typeface="+mn-ea"/>
                </a:rPr>
                <a:t>카드 결제 시 </a:t>
              </a:r>
              <a:r>
                <a:rPr lang="en-US" altLang="ko-KR" sz="1100" spc="0" dirty="0">
                  <a:latin typeface="+mn-ea"/>
                  <a:ea typeface="+mn-ea"/>
                </a:rPr>
                <a:t>10% VAT </a:t>
              </a:r>
              <a:r>
                <a:rPr lang="ko-KR" altLang="en-US" sz="1100" dirty="0">
                  <a:latin typeface="+mn-ea"/>
                </a:rPr>
                <a:t>별도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→ 교안 및 재료비 포함 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→ 개강 이후 환불 불가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49322" indent="-149322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ko-KR" sz="1100" kern="100" dirty="0">
                  <a:latin typeface="맑은 고딕" panose="020B0503020000020004" pitchFamily="50" charset="-127"/>
                  <a:cs typeface="Times New Roman" panose="02020603050405020304" pitchFamily="18" charset="0"/>
                </a:rPr>
                <a:t>※ 교육 비용 입금계좌 안내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→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KB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국민은행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482637-01-010024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예금주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CMK</a:t>
              </a:r>
              <a:r>
                <a:rPr kumimoji="0" lang="ko-KR" altLang="en-US" sz="9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이미지코리아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조미경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43E9E2F-FA1A-41D5-B62E-5815A4660544}"/>
              </a:ext>
            </a:extLst>
          </p:cNvPr>
          <p:cNvGrpSpPr/>
          <p:nvPr/>
        </p:nvGrpSpPr>
        <p:grpSpPr>
          <a:xfrm>
            <a:off x="334326" y="5976075"/>
            <a:ext cx="6291253" cy="1697388"/>
            <a:chOff x="332571" y="5872521"/>
            <a:chExt cx="6291253" cy="1697388"/>
          </a:xfrm>
        </p:grpSpPr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A205D85-E6AE-4488-AB9F-38DD03985285}"/>
                </a:ext>
              </a:extLst>
            </p:cNvPr>
            <p:cNvCxnSpPr/>
            <p:nvPr/>
          </p:nvCxnSpPr>
          <p:spPr>
            <a:xfrm>
              <a:off x="1409985" y="6593596"/>
              <a:ext cx="72008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막힌 원호 144">
              <a:extLst>
                <a:ext uri="{FF2B5EF4-FFF2-40B4-BE49-F238E27FC236}">
                  <a16:creationId xmlns:a16="http://schemas.microsoft.com/office/drawing/2014/main" id="{AEDB6B38-0D73-48B2-8C05-560470E2C3A8}"/>
                </a:ext>
              </a:extLst>
            </p:cNvPr>
            <p:cNvSpPr/>
            <p:nvPr/>
          </p:nvSpPr>
          <p:spPr>
            <a:xfrm rot="5400000">
              <a:off x="332571" y="6059953"/>
              <a:ext cx="1165396" cy="1165395"/>
            </a:xfrm>
            <a:prstGeom prst="blockArc">
              <a:avLst>
                <a:gd name="adj1" fmla="val 10800000"/>
                <a:gd name="adj2" fmla="val 2123"/>
                <a:gd name="adj3" fmla="val 3882"/>
              </a:avLst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38B91B28-CB6C-47EB-92AA-52FF0AD06D20}"/>
                </a:ext>
              </a:extLst>
            </p:cNvPr>
            <p:cNvSpPr/>
            <p:nvPr/>
          </p:nvSpPr>
          <p:spPr>
            <a:xfrm rot="5400000">
              <a:off x="498810" y="6193873"/>
              <a:ext cx="857802" cy="857801"/>
            </a:xfrm>
            <a:prstGeom prst="ellipse">
              <a:avLst/>
            </a:prstGeom>
            <a:solidFill>
              <a:srgbClr val="553A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677124DF-D3BD-4493-92EC-24911927B08A}"/>
                </a:ext>
              </a:extLst>
            </p:cNvPr>
            <p:cNvSpPr/>
            <p:nvPr/>
          </p:nvSpPr>
          <p:spPr>
            <a:xfrm rot="5400000">
              <a:off x="1394618" y="6485242"/>
              <a:ext cx="206699" cy="206699"/>
            </a:xfrm>
            <a:prstGeom prst="ellipse">
              <a:avLst/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84E1D384-7098-43C6-A968-C47364C62927}"/>
                </a:ext>
              </a:extLst>
            </p:cNvPr>
            <p:cNvSpPr/>
            <p:nvPr/>
          </p:nvSpPr>
          <p:spPr>
            <a:xfrm>
              <a:off x="617751" y="6324752"/>
              <a:ext cx="59503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교육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특전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EE647A41-6542-4608-9990-CE34A34D5EE0}"/>
                </a:ext>
              </a:extLst>
            </p:cNvPr>
            <p:cNvSpPr/>
            <p:nvPr/>
          </p:nvSpPr>
          <p:spPr>
            <a:xfrm>
              <a:off x="1851344" y="5988071"/>
              <a:ext cx="4670573" cy="13373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F430EC4-A7DD-4023-B4B3-88665CA265DF}"/>
                </a:ext>
              </a:extLst>
            </p:cNvPr>
            <p:cNvSpPr txBox="1"/>
            <p:nvPr/>
          </p:nvSpPr>
          <p:spPr>
            <a:xfrm>
              <a:off x="1851344" y="5872521"/>
              <a:ext cx="4772480" cy="16973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CMK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이미지코리아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수료증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 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민간 자격증 제공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과정에서 사용한 모든 교육자료 원본 제공</a:t>
              </a: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조미경 대표의 이미지컨설팅 및 강의 현장실습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10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회 제공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이미지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진단천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제공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1.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실크 톤별 진단지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만원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2.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퍼스널컬러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웜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쿨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진단천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제공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(18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만원 상당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제공     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3. 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오픈페이스웹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(20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만원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</a:p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추후 강사과정 </a:t>
              </a:r>
              <a:r>
                <a:rPr lang="ko-KR" altLang="en-US" sz="1100" kern="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개설시</a:t>
              </a:r>
              <a:r>
                <a:rPr lang="ko-KR" altLang="en-US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청강 가능</a:t>
              </a:r>
              <a:r>
                <a:rPr lang="en-US" altLang="ko-KR" sz="11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149322" indent="-149322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endParaRPr lang="ko-KR" altLang="en-US" sz="1100" spc="0" dirty="0">
                <a:latin typeface="+mn-ea"/>
                <a:ea typeface="+mn-ea"/>
              </a:endParaRPr>
            </a:p>
          </p:txBody>
        </p:sp>
      </p:grpSp>
      <p:sp>
        <p:nvSpPr>
          <p:cNvPr id="150" name="제목 2">
            <a:extLst>
              <a:ext uri="{FF2B5EF4-FFF2-40B4-BE49-F238E27FC236}">
                <a16:creationId xmlns:a16="http://schemas.microsoft.com/office/drawing/2014/main" id="{3C2727EA-D683-4CCE-BB0A-2AB3E8DE4DEE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buNone/>
              <a:defRPr sz="2400" b="1" spc="-15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과정 상세안내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81EF9E98-06BF-4BE9-A456-F260996A4E36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D4903-7A30-41CA-93AF-F85A7B331E47}"/>
              </a:ext>
            </a:extLst>
          </p:cNvPr>
          <p:cNvGrpSpPr/>
          <p:nvPr/>
        </p:nvGrpSpPr>
        <p:grpSpPr>
          <a:xfrm>
            <a:off x="361440" y="8362486"/>
            <a:ext cx="6166371" cy="1165396"/>
            <a:chOff x="332572" y="6887697"/>
            <a:chExt cx="6166371" cy="1165396"/>
          </a:xfrm>
        </p:grpSpPr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355ECC15-8291-4F26-8FF8-49078EB27CA3}"/>
                </a:ext>
              </a:extLst>
            </p:cNvPr>
            <p:cNvCxnSpPr/>
            <p:nvPr/>
          </p:nvCxnSpPr>
          <p:spPr>
            <a:xfrm>
              <a:off x="1419296" y="7470394"/>
              <a:ext cx="72008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막힌 원호 193">
              <a:extLst>
                <a:ext uri="{FF2B5EF4-FFF2-40B4-BE49-F238E27FC236}">
                  <a16:creationId xmlns:a16="http://schemas.microsoft.com/office/drawing/2014/main" id="{79863473-CFC8-4C6A-B7A8-E508EF57F205}"/>
                </a:ext>
              </a:extLst>
            </p:cNvPr>
            <p:cNvSpPr/>
            <p:nvPr/>
          </p:nvSpPr>
          <p:spPr>
            <a:xfrm rot="5400000">
              <a:off x="332572" y="6887697"/>
              <a:ext cx="1165396" cy="1165395"/>
            </a:xfrm>
            <a:prstGeom prst="blockArc">
              <a:avLst>
                <a:gd name="adj1" fmla="val 10800000"/>
                <a:gd name="adj2" fmla="val 2123"/>
                <a:gd name="adj3" fmla="val 3882"/>
              </a:avLst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91BAF27F-235D-483B-B892-B3E66244FF2A}"/>
                </a:ext>
              </a:extLst>
            </p:cNvPr>
            <p:cNvSpPr/>
            <p:nvPr/>
          </p:nvSpPr>
          <p:spPr>
            <a:xfrm rot="5400000">
              <a:off x="486368" y="7041494"/>
              <a:ext cx="857802" cy="857801"/>
            </a:xfrm>
            <a:prstGeom prst="ellipse">
              <a:avLst/>
            </a:prstGeom>
            <a:solidFill>
              <a:srgbClr val="553A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타원 195">
              <a:extLst>
                <a:ext uri="{FF2B5EF4-FFF2-40B4-BE49-F238E27FC236}">
                  <a16:creationId xmlns:a16="http://schemas.microsoft.com/office/drawing/2014/main" id="{1A2D9B6B-8253-4F54-A4C8-3CAAD208861D}"/>
                </a:ext>
              </a:extLst>
            </p:cNvPr>
            <p:cNvSpPr/>
            <p:nvPr/>
          </p:nvSpPr>
          <p:spPr>
            <a:xfrm rot="5400000">
              <a:off x="1356612" y="7367045"/>
              <a:ext cx="206699" cy="206699"/>
            </a:xfrm>
            <a:prstGeom prst="ellipse">
              <a:avLst/>
            </a:prstGeom>
            <a:solidFill>
              <a:srgbClr val="CCCD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A9627CF0-7710-4934-8498-086C9340FAFC}"/>
                </a:ext>
              </a:extLst>
            </p:cNvPr>
            <p:cNvSpPr/>
            <p:nvPr/>
          </p:nvSpPr>
          <p:spPr>
            <a:xfrm>
              <a:off x="611145" y="7178007"/>
              <a:ext cx="595035" cy="58477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상담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8011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문의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ED34F4DB-9AC4-445D-9154-34222436F044}"/>
                </a:ext>
              </a:extLst>
            </p:cNvPr>
            <p:cNvSpPr/>
            <p:nvPr/>
          </p:nvSpPr>
          <p:spPr>
            <a:xfrm>
              <a:off x="1828370" y="7270196"/>
              <a:ext cx="4670573" cy="7692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94D7B4F-8F6C-403F-BF3B-1450AD2DFBBD}"/>
                </a:ext>
              </a:extLst>
            </p:cNvPr>
            <p:cNvSpPr txBox="1"/>
            <p:nvPr/>
          </p:nvSpPr>
          <p:spPr>
            <a:xfrm>
              <a:off x="1996447" y="7334260"/>
              <a:ext cx="4360179" cy="68172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149322" marR="0" lvl="0" indent="-149322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CMK</a:t>
              </a:r>
              <a:r>
                <a:rPr kumimoji="0" lang="ko-KR" alt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이미지코리아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latinLnBrk="0">
                <a:lnSpc>
                  <a:spcPct val="120000"/>
                </a:lnSpc>
              </a:pPr>
              <a:r>
                <a:rPr lang="en-US" altLang="ko-KR" sz="11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cs typeface="Times New Roman" panose="02020603050405020304" pitchFamily="18" charset="0"/>
                </a:rPr>
                <a:t>(Office: 031-284-2566/ C</a:t>
              </a:r>
              <a:r>
                <a:rPr lang="ko-KR" altLang="ko-KR" sz="11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cs typeface="Times New Roman" panose="02020603050405020304" pitchFamily="18" charset="0"/>
                </a:rPr>
                <a:t>·</a:t>
              </a:r>
              <a:r>
                <a:rPr lang="en-US" altLang="ko-KR" sz="1100" b="1" kern="100" dirty="0">
                  <a:solidFill>
                    <a:srgbClr val="000000"/>
                  </a:solidFill>
                  <a:latin typeface="맑은 고딕" panose="020B0503020000020004" pitchFamily="50" charset="-127"/>
                  <a:cs typeface="Times New Roman" panose="02020603050405020304" pitchFamily="18" charset="0"/>
                </a:rPr>
                <a:t>P:010-7269-8836)</a:t>
              </a:r>
              <a:endParaRPr lang="ko-KR" altLang="ko-KR" sz="1100" kern="100" dirty="0">
                <a:latin typeface="맑은 고딕" panose="020B0503020000020004" pitchFamily="50" charset="-127"/>
                <a:cs typeface="Times New Roman" panose="02020603050405020304" pitchFamily="18" charset="0"/>
              </a:endParaRPr>
            </a:p>
            <a:p>
              <a:pPr marR="0" lvl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13DD71FF-6F19-4231-94DB-4615CE088AEF}"/>
              </a:ext>
            </a:extLst>
          </p:cNvPr>
          <p:cNvSpPr/>
          <p:nvPr/>
        </p:nvSpPr>
        <p:spPr bwMode="auto">
          <a:xfrm>
            <a:off x="0" y="9898838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7A9BF4E-7DFB-C699-1CE5-3002A175C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20665"/>
              </p:ext>
            </p:extLst>
          </p:nvPr>
        </p:nvGraphicFramePr>
        <p:xfrm>
          <a:off x="1853099" y="7422569"/>
          <a:ext cx="4574243" cy="1256313"/>
        </p:xfrm>
        <a:graphic>
          <a:graphicData uri="http://schemas.openxmlformats.org/drawingml/2006/table">
            <a:tbl>
              <a:tblPr/>
              <a:tblGrid>
                <a:gridCol w="998908">
                  <a:extLst>
                    <a:ext uri="{9D8B030D-6E8A-4147-A177-3AD203B41FA5}">
                      <a16:colId xmlns:a16="http://schemas.microsoft.com/office/drawing/2014/main" val="1508196286"/>
                    </a:ext>
                  </a:extLst>
                </a:gridCol>
                <a:gridCol w="1091275">
                  <a:extLst>
                    <a:ext uri="{9D8B030D-6E8A-4147-A177-3AD203B41FA5}">
                      <a16:colId xmlns:a16="http://schemas.microsoft.com/office/drawing/2014/main" val="3556337949"/>
                    </a:ext>
                  </a:extLst>
                </a:gridCol>
                <a:gridCol w="1308941">
                  <a:extLst>
                    <a:ext uri="{9D8B030D-6E8A-4147-A177-3AD203B41FA5}">
                      <a16:colId xmlns:a16="http://schemas.microsoft.com/office/drawing/2014/main" val="200293926"/>
                    </a:ext>
                  </a:extLst>
                </a:gridCol>
                <a:gridCol w="1175119">
                  <a:extLst>
                    <a:ext uri="{9D8B030D-6E8A-4147-A177-3AD203B41FA5}">
                      <a16:colId xmlns:a16="http://schemas.microsoft.com/office/drawing/2014/main" val="944092356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주무부처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등록번호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자격명칭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등급</a:t>
                      </a:r>
                      <a:endParaRPr lang="ko-KR" altLang="en-US" sz="600" b="1" kern="0" spc="0" dirty="0">
                        <a:solidFill>
                          <a:srgbClr val="000000"/>
                        </a:solidFill>
                        <a:effectLst/>
                        <a:latin typeface="한컴바탕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127842"/>
                  </a:ext>
                </a:extLst>
              </a:tr>
              <a:tr h="262287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산업통상자원부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2021-002466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퍼스널컬러컨설턴트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단일등급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04922"/>
                  </a:ext>
                </a:extLst>
              </a:tr>
              <a:tr h="24002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산업통상자원부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40-7356690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CMK</a:t>
                      </a: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골격스타일컨설턴트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단일등급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50725"/>
                  </a:ext>
                </a:extLst>
              </a:tr>
              <a:tr h="262287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산업통상자원부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40-1930044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BODYFRAMESTYLE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단일등급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302039"/>
                  </a:ext>
                </a:extLst>
              </a:tr>
              <a:tr h="262287"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산업통상자원부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2021-002467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이미지컨설턴트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3429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6858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0287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3716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7145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0574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24003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2743200" algn="l" defTabSz="685800" rtl="0" eaLnBrk="1" latinLnBrk="1" hangingPunct="1">
                        <a:defRPr sz="135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단일등급</a:t>
                      </a:r>
                      <a:endParaRPr lang="ko-KR" altLang="en-US" sz="8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639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94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522E-E0BB-A5E6-680B-8C941BFB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C50D0C4-041B-D5DA-F151-1A38826DF259}"/>
              </a:ext>
            </a:extLst>
          </p:cNvPr>
          <p:cNvSpPr txBox="1"/>
          <p:nvPr/>
        </p:nvSpPr>
        <p:spPr>
          <a:xfrm>
            <a:off x="723292" y="4250311"/>
            <a:ext cx="1300356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조 미경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CMK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이미지코리아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대표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5337904-6952-38C0-01BF-56A2B4F363B6}"/>
              </a:ext>
            </a:extLst>
          </p:cNvPr>
          <p:cNvGrpSpPr/>
          <p:nvPr/>
        </p:nvGrpSpPr>
        <p:grpSpPr>
          <a:xfrm>
            <a:off x="723292" y="437703"/>
            <a:ext cx="180000" cy="180000"/>
            <a:chOff x="723292" y="437703"/>
            <a:chExt cx="180000" cy="180000"/>
          </a:xfrm>
        </p:grpSpPr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8970ED9-A4DF-01B9-913F-18B3BF90966A}"/>
                </a:ext>
              </a:extLst>
            </p:cNvPr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FAE33359-200F-5194-E967-A01FF72A58E8}"/>
                </a:ext>
              </a:extLst>
            </p:cNvPr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816A779-0FC5-468A-F87B-B983DA2D6F92}"/>
              </a:ext>
            </a:extLst>
          </p:cNvPr>
          <p:cNvSpPr txBox="1"/>
          <p:nvPr/>
        </p:nvSpPr>
        <p:spPr>
          <a:xfrm>
            <a:off x="5027821" y="431212"/>
            <a:ext cx="145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교육 안내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2E8C56-9C73-68DD-FEB5-11EF895C94E7}"/>
              </a:ext>
            </a:extLst>
          </p:cNvPr>
          <p:cNvSpPr txBox="1"/>
          <p:nvPr/>
        </p:nvSpPr>
        <p:spPr>
          <a:xfrm>
            <a:off x="594167" y="105387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15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강사</a:t>
            </a:r>
            <a:r>
              <a:rPr kumimoji="0" lang="ko-KR" altLang="en-US" sz="2000" b="1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프로필</a:t>
            </a:r>
          </a:p>
        </p:txBody>
      </p:sp>
      <p:pic>
        <p:nvPicPr>
          <p:cNvPr id="5" name="그림 4" descr="사람, 의류, 인간의 얼굴, 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950732D-244C-7B71-8AF1-B43C58079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4167" y="1948818"/>
            <a:ext cx="1200540" cy="180665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DA1CD68-799C-AFE2-2971-7C80A61ADC46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33D6618-C9A8-0D2F-ED21-70DC28BB3272}"/>
              </a:ext>
            </a:extLst>
          </p:cNvPr>
          <p:cNvSpPr/>
          <p:nvPr/>
        </p:nvSpPr>
        <p:spPr bwMode="auto">
          <a:xfrm>
            <a:off x="0" y="-19986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00D4E21-7733-9A5D-E74F-1CFE7AFFF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882132"/>
              </p:ext>
            </p:extLst>
          </p:nvPr>
        </p:nvGraphicFramePr>
        <p:xfrm>
          <a:off x="2276678" y="1980157"/>
          <a:ext cx="4471002" cy="6102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1002">
                  <a:extLst>
                    <a:ext uri="{9D8B030D-6E8A-4147-A177-3AD203B41FA5}">
                      <a16:colId xmlns:a16="http://schemas.microsoft.com/office/drawing/2014/main" val="4051431023"/>
                    </a:ext>
                  </a:extLst>
                </a:gridCol>
              </a:tblGrid>
              <a:tr h="34798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spc="-78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srgbClr val="016A99"/>
                          </a:solidFill>
                          <a:latin typeface="+mn-ea"/>
                          <a:ea typeface="+mn-ea"/>
                        </a:rPr>
                        <a:t>경력</a:t>
                      </a:r>
                      <a:endParaRPr lang="en-US" altLang="ko-KR" sz="900" b="1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교육학 박사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現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CMK</a:t>
                      </a:r>
                      <a:r>
                        <a:rPr lang="ko-KR" altLang="en-US" sz="900" baseline="0" dirty="0" err="1">
                          <a:latin typeface="+mn-ea"/>
                          <a:ea typeface="+mn-ea"/>
                        </a:rPr>
                        <a:t>이미지코리아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대표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AICI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국제 이미지컨설턴트 협회 서울 챕터 회장</a:t>
                      </a: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㈜ 아모레퍼시픽 뷰티 아카데미 창설 멤버</a:t>
                      </a: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LVMH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그룹 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겔랑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코스메틱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실장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前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SBS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美 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뷰티아카데미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대표원장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조선대학교 미술대학 겸임 교수</a:t>
                      </a: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한성대학교 예술대학원 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뷰티예술학부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외래교수</a:t>
                      </a: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각 기업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공기업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 금융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천회 이상 강의와 컨설팅 </a:t>
                      </a: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문화체육관광부 주최 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각부처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장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차관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국장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과장급 미디어 트레이닝 진행</a:t>
                      </a: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국무총리실 국장급 개인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PI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컨설팅 진행</a:t>
                      </a: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기업 기관 학교 강연 컨설팅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만회 이상 진행 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spc="-78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srgbClr val="016A99"/>
                          </a:solidFill>
                          <a:latin typeface="+mn-ea"/>
                          <a:ea typeface="+mn-ea"/>
                        </a:rPr>
                        <a:t>출연</a:t>
                      </a:r>
                      <a:endParaRPr lang="en-US" altLang="ko-KR" sz="900" b="1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baseline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091043"/>
                  </a:ext>
                </a:extLst>
              </a:tr>
              <a:tr h="2622202">
                <a:tc>
                  <a:txBody>
                    <a:bodyPr/>
                    <a:lstStyle/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한국경제직업방송 「취업의 전설」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/ YTN ·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채널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A·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연합뉴스 「뉴스인터뷰」</a:t>
                      </a: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MBC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「생방송오늘아침」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·SBS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「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생방송좋은아침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」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/ MBC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스페셜 「첫인상」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SBS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다큐 「여자」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SBS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「뉴스」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·KBS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「보도본부」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/ CTS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기독교방송 「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인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색 특강 」</a:t>
                      </a: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KBS1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라디오 「경제 세미나」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「지금 </a:t>
                      </a:r>
                      <a:r>
                        <a:rPr lang="ko-KR" altLang="en-US" sz="900" dirty="0" err="1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이사람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」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미주복음방송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GBC 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「초대석」</a:t>
                      </a:r>
                      <a:b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재능방송 「피부관리와 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Make-up</a:t>
                      </a:r>
                      <a:r>
                        <a:rPr lang="ko-KR" altLang="en-US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」</a:t>
                      </a:r>
                      <a:r>
                        <a:rPr lang="en-US" altLang="ko-KR" sz="900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defTabSz="474796">
                        <a:lnSpc>
                          <a:spcPct val="120000"/>
                        </a:lnSpc>
                        <a:defRPr/>
                      </a:pPr>
                      <a:endParaRPr lang="en-US" altLang="ko-KR" sz="900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1" spc="-78" dirty="0">
                          <a:ln>
                            <a:solidFill>
                              <a:srgbClr val="2B3335">
                                <a:alpha val="5000"/>
                              </a:srgbClr>
                            </a:solidFill>
                          </a:ln>
                          <a:solidFill>
                            <a:srgbClr val="016A99"/>
                          </a:solidFill>
                          <a:latin typeface="+mn-ea"/>
                          <a:ea typeface="+mn-ea"/>
                        </a:rPr>
                        <a:t>저서</a:t>
                      </a:r>
                      <a:endParaRPr lang="en-US" altLang="ko-KR" sz="900" b="1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『 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얼굴타입 진단으로 </a:t>
                      </a:r>
                      <a:r>
                        <a:rPr lang="ko-KR" altLang="en-US" sz="900" kern="1200" spc="-8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찾을수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 있는 정말 잘 어울리는 옷 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』  </a:t>
                      </a:r>
                      <a:endParaRPr lang="en-US" altLang="ko-KR" sz="900" b="1" spc="-78" dirty="0">
                        <a:ln>
                          <a:solidFill>
                            <a:srgbClr val="2B3335">
                              <a:alpha val="5000"/>
                            </a:srgbClr>
                          </a:solidFill>
                        </a:ln>
                        <a:solidFill>
                          <a:srgbClr val="016A99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5783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『 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자신감을 높여라 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』  </a:t>
                      </a:r>
                    </a:p>
                    <a:p>
                      <a:pPr marL="0" marR="0" lvl="0" indent="0" algn="l" defTabSz="95783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『 </a:t>
                      </a:r>
                      <a:r>
                        <a:rPr lang="ko-KR" altLang="en-US" sz="900" kern="1200" spc="-8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프리젠테이션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lang="ko-KR" altLang="en-US" sz="900" kern="1200" spc="-8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코칭북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』</a:t>
                      </a:r>
                    </a:p>
                    <a:p>
                      <a:pPr marL="0" marR="0" lvl="0" indent="0" algn="l" defTabSz="95783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『 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퍼스널 컬러리스트   자격시험 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맑은 고딕"/>
                        </a:rPr>
                        <a:t>』</a:t>
                      </a:r>
                    </a:p>
                    <a:p>
                      <a:pPr marL="0" marR="0" lvl="0" indent="0" algn="l" defTabSz="95783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고현정의 결 </a:t>
                      </a:r>
                      <a:r>
                        <a:rPr lang="ko-KR" altLang="en-US" sz="900" kern="1200" spc="-8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문화센타용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 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하나은행 가이드 북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신한은행 가이드북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57838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ko-KR" altLang="en-US" sz="900" kern="1200" spc="-8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암웨이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세일즈 </a:t>
                      </a:r>
                      <a:r>
                        <a:rPr lang="ko-KR" altLang="en-US" sz="900" kern="1200" spc="-80" baseline="0" dirty="0" err="1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메에크업</a:t>
                      </a:r>
                      <a:r>
                        <a:rPr lang="ko-KR" altLang="en-US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전문가 코스 개발</a:t>
                      </a:r>
                      <a:r>
                        <a:rPr lang="en-US" altLang="ko-KR" sz="900" kern="1200" spc="-80" baseline="0" dirty="0">
                          <a:ln>
                            <a:solidFill>
                              <a:schemeClr val="tx1">
                                <a:alpha val="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endParaRPr lang="ko-KR" altLang="en-US" sz="900" kern="1200" spc="-80" baseline="0" dirty="0">
                        <a:ln>
                          <a:solidFill>
                            <a:schemeClr val="tx1">
                              <a:alpha val="5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72275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61F39F3-7E06-87ED-B8F6-36DF8C0C2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992" y="4598888"/>
            <a:ext cx="1908213" cy="7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58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">
            <a:extLst>
              <a:ext uri="{FF2B5EF4-FFF2-40B4-BE49-F238E27FC236}">
                <a16:creationId xmlns:a16="http://schemas.microsoft.com/office/drawing/2014/main" id="{606760CE-706F-4CDD-A68C-A0B21A6594E0}"/>
              </a:ext>
            </a:extLst>
          </p:cNvPr>
          <p:cNvSpPr txBox="1">
            <a:spLocks/>
          </p:cNvSpPr>
          <p:nvPr/>
        </p:nvSpPr>
        <p:spPr bwMode="auto">
          <a:xfrm>
            <a:off x="2899113" y="298034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lang="ko-KR" altLang="en-US" sz="2500" b="1" kern="1200" baseline="0" dirty="0">
                <a:solidFill>
                  <a:schemeClr val="bg1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대표 컨설턴트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A517CEF-5D99-4464-8DA3-483EF2B08364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755E24C-1E87-4FAE-947D-BBD4D07E5449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Picture 2" descr="C:\Users\win10\Desktop\제목 없음-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18" y="125685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표 13"/>
          <p:cNvGraphicFramePr>
            <a:graphicFrameLocks noGrp="1"/>
          </p:cNvGraphicFramePr>
          <p:nvPr/>
        </p:nvGraphicFramePr>
        <p:xfrm>
          <a:off x="2030115" y="1264322"/>
          <a:ext cx="4502474" cy="2924631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2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96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학력</a:t>
                      </a:r>
                    </a:p>
                  </a:txBody>
                  <a:tcPr marL="47562" marR="47562" marT="60960" marB="6096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D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숙명여자대학교 산업디자인 학사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618" marR="67618" marT="46800" marB="468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3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경력</a:t>
                      </a:r>
                      <a:endParaRPr lang="en-US" altLang="ko-KR" sz="1000" b="1" kern="100" spc="-50" dirty="0"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7562" marR="47562" marT="60960" marB="6096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D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現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한국생산성본부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전문교수</a:t>
                      </a:r>
                      <a:endParaRPr kumimoji="0" lang="ko-KR" altLang="en-US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공주영상대학 코디메이크업학과 외래교수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남부대학교 향장미용학부 외래교수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2012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웅진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리앤케이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프리미엄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뷰티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클래스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고현정처럼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강좌 개발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2012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아티스트리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뷰티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아카데미 메이크업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어드밴스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과정 개발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2012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하나 은행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하나인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STYLE’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기획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2011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신한 은행 </a:t>
                      </a:r>
                      <a:r>
                        <a:rPr kumimoji="0" lang="en-US" altLang="ko-KR" sz="93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‘SMART APPEARANCE GUIDE BOOK’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기획 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2011 SK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텔레콤 합작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컬러를 입다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 APP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기획 및 개발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7618" marR="67618" marT="46800" marB="468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7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교육이수</a:t>
                      </a:r>
                      <a:r>
                        <a:rPr lang="en-US" altLang="ko-KR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endParaRPr lang="en-US" altLang="ko-KR" sz="1000" b="1" kern="100" spc="-50" dirty="0"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자격사항</a:t>
                      </a:r>
                    </a:p>
                  </a:txBody>
                  <a:tcPr marL="47562" marR="47562" marT="60960" marB="6096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D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프랑스 메이크업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포에버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메이크업 아티스트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디플로마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코스 수료</a:t>
                      </a:r>
                      <a:endParaRPr kumimoji="0" lang="ko-KR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AICI CIP KAREN BRUNGER’S STYLE&amp;IMAGE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코스 수료</a:t>
                      </a:r>
                      <a:endParaRPr kumimoji="0" lang="ko-KR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AICI Global Image Strategy Course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수료</a:t>
                      </a:r>
                      <a:endParaRPr kumimoji="0" lang="ko-KR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이미지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21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알파소통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전문가 과정 수료</a:t>
                      </a: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한국생산성본부 서비스 마케팅 전문가 과정 수료</a:t>
                      </a:r>
                    </a:p>
                  </a:txBody>
                  <a:tcPr marL="67618" marR="67618" marT="46800" marB="468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FD031E-1B44-5AE7-938A-351B016EF23C}"/>
              </a:ext>
            </a:extLst>
          </p:cNvPr>
          <p:cNvSpPr txBox="1"/>
          <p:nvPr/>
        </p:nvSpPr>
        <p:spPr>
          <a:xfrm>
            <a:off x="664436" y="2900575"/>
            <a:ext cx="346531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이 지 연</a:t>
            </a:r>
            <a:endParaRPr kumimoji="0" lang="en-US" altLang="ko-KR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앨룩스대표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0EFB657-4EA0-836F-531B-99C43545A6DA}"/>
              </a:ext>
            </a:extLst>
          </p:cNvPr>
          <p:cNvGraphicFramePr>
            <a:graphicFrameLocks noGrp="1"/>
          </p:cNvGraphicFramePr>
          <p:nvPr/>
        </p:nvGraphicFramePr>
        <p:xfrm>
          <a:off x="2030115" y="5648947"/>
          <a:ext cx="4482375" cy="279991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73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학력</a:t>
                      </a:r>
                    </a:p>
                  </a:txBody>
                  <a:tcPr marL="63305" marR="63305" marT="60960" marB="6096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D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고려대학교 대학원 기업교육학과 석사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동덕여자대학교 아동학과 학사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5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경력</a:t>
                      </a:r>
                      <a:endParaRPr lang="en-US" altLang="ko-KR" sz="1000" b="1" kern="100" spc="-50" dirty="0"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3305" marR="63305" marT="60960" marB="6096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D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現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디어빌리티그룹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대표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現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신구대학교 교양학부 외래교수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現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대한프레젠테이션협회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급 강사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 미만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現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교육부 중앙교육연수원 외래교수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現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고용노동부 한국직업방송 컨설턴트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SK</a:t>
                      </a:r>
                      <a:r>
                        <a:rPr kumimoji="0" lang="ko-KR" altLang="en-US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그룹 리더십개발센터 </a:t>
                      </a:r>
                      <a:r>
                        <a:rPr kumimoji="0" lang="en-US" altLang="ko-KR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BASF Korea </a:t>
                      </a:r>
                      <a:r>
                        <a:rPr kumimoji="0" lang="ko-KR" altLang="en-US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인사팀</a:t>
                      </a:r>
                      <a:r>
                        <a:rPr kumimoji="0" lang="en-US" altLang="ko-KR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en-US" altLang="ko-KR" sz="930" b="0" i="0" u="none" strike="noStrike" kern="1200" cap="none" spc="-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Dr.jart</a:t>
                      </a:r>
                      <a:r>
                        <a:rPr kumimoji="0" lang="en-US" altLang="ko-KR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93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인사팀 근무</a:t>
                      </a:r>
                      <a:endParaRPr kumimoji="0" lang="ko-KR" altLang="en-US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0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교육이수</a:t>
                      </a:r>
                      <a:r>
                        <a:rPr lang="en-US" altLang="ko-KR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endParaRPr lang="en-US" altLang="ko-KR" sz="1000" b="1" kern="100" spc="-50" dirty="0">
                        <a:solidFill>
                          <a:sysClr val="windowText" lastClr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11662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spc="-50" dirty="0">
                          <a:solidFill>
                            <a:sysClr val="windowText" lastClr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자격사항</a:t>
                      </a:r>
                    </a:p>
                  </a:txBody>
                  <a:tcPr marL="63305" marR="63305" marT="60960" marB="6096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DD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CMK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이미지코리아 이미지컨설턴트 강사과정 수료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이미지메이킹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지도사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급 자격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퍼스널쇼퍼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급 자격</a:t>
                      </a: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PCA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골격분석 </a:t>
                      </a: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이미지컨설턴트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일본 국제자격</a:t>
                      </a:r>
                      <a:endParaRPr kumimoji="0" lang="en-US" altLang="ko-KR" sz="930" b="0" i="0" u="none" strike="noStrike" kern="1200" cap="none" spc="-5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통합적 성향분석 진단도구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ICRU C/NS 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전문자격</a:t>
                      </a: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애니어그램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급 전문가 자격</a:t>
                      </a:r>
                    </a:p>
                    <a:p>
                      <a:pPr marL="0" marR="0" lvl="0" indent="1080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프레젠테이션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급 컨설턴트 자격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국내 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kumimoji="0" lang="ko-KR" altLang="en-US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명 미만 보유</a:t>
                      </a:r>
                      <a:r>
                        <a:rPr kumimoji="0" lang="en-US" altLang="ko-KR" sz="93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3F4AA1-6036-F91B-1ABD-5A5505E76628}"/>
              </a:ext>
            </a:extLst>
          </p:cNvPr>
          <p:cNvSpPr txBox="1"/>
          <p:nvPr/>
        </p:nvSpPr>
        <p:spPr>
          <a:xfrm>
            <a:off x="329536" y="7592213"/>
            <a:ext cx="1636364" cy="7278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30" b="0" i="0" u="none" strike="noStrike" kern="1200" cap="none" spc="-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디어빌리티그룹</a:t>
            </a:r>
            <a:r>
              <a:rPr kumimoji="0" lang="ko-KR" altLang="en-US" sz="93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대표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88209CA-AAE7-4A9D-01E1-97D0DA8290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8" t="3723" r="16108" b="51088"/>
          <a:stretch/>
        </p:blipFill>
        <p:spPr bwMode="auto">
          <a:xfrm>
            <a:off x="427718" y="5665736"/>
            <a:ext cx="1440000" cy="144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464B97-892D-1B58-D35D-6F2C6DD7413F}"/>
              </a:ext>
            </a:extLst>
          </p:cNvPr>
          <p:cNvSpPr txBox="1"/>
          <p:nvPr/>
        </p:nvSpPr>
        <p:spPr>
          <a:xfrm>
            <a:off x="698618" y="7211446"/>
            <a:ext cx="3431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안수현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39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2">
            <a:extLst>
              <a:ext uri="{FF2B5EF4-FFF2-40B4-BE49-F238E27FC236}">
                <a16:creationId xmlns:a16="http://schemas.microsoft.com/office/drawing/2014/main" id="{9EC61807-7E84-4A43-9E0F-8C4898DAAB2E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buNone/>
              <a:defRPr sz="2400" b="1" spc="-15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과정 시간표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EA8D6C-8F83-4ECB-8455-D2E62926811B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028820-E6EA-4CBA-B904-8087E18BA16C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4F88879-D129-49ED-B60D-28E84FD4E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197610"/>
              </p:ext>
            </p:extLst>
          </p:nvPr>
        </p:nvGraphicFramePr>
        <p:xfrm>
          <a:off x="387568" y="1133038"/>
          <a:ext cx="6060335" cy="6575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2247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557">
                  <a:extLst>
                    <a:ext uri="{9D8B030D-6E8A-4147-A177-3AD203B41FA5}">
                      <a16:colId xmlns:a16="http://schemas.microsoft.com/office/drawing/2014/main" val="1267486011"/>
                    </a:ext>
                  </a:extLst>
                </a:gridCol>
                <a:gridCol w="462740">
                  <a:extLst>
                    <a:ext uri="{9D8B030D-6E8A-4147-A177-3AD203B41FA5}">
                      <a16:colId xmlns:a16="http://schemas.microsoft.com/office/drawing/2014/main" val="3410977468"/>
                    </a:ext>
                  </a:extLst>
                </a:gridCol>
              </a:tblGrid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일차</a:t>
                      </a: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07967"/>
                  </a:ext>
                </a:extLst>
              </a:tr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조미경 대표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97636"/>
                  </a:ext>
                </a:extLst>
              </a:tr>
              <a:tr h="324395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306372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14:00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 CONSULTING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0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Personal Identity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개념과 중요성</a:t>
                      </a: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 컨설턴트의 역할과 비전</a:t>
                      </a: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 컨설턴트의 성공 단계 확립</a:t>
                      </a: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대상에 따른 </a:t>
                      </a: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이미지메이킹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방향 설정법</a:t>
                      </a: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개인별 이미지 객관적 분석 요령</a:t>
                      </a: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인상학의 정의와 개념 이해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한국의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전통색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오방색이 얼굴에 있다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IDENTITY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형성과 이미지의 관계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스타일과 이미지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7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14:10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OPEN</a:t>
                      </a:r>
                      <a:r>
                        <a:rPr lang="en-US" altLang="ko-KR" sz="11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FACE / </a:t>
                      </a:r>
                      <a:r>
                        <a:rPr lang="ko-KR" altLang="en-US" sz="11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바디 타입 진단으로 알아보는 형태</a:t>
                      </a:r>
                      <a:r>
                        <a:rPr lang="en-US" altLang="ko-KR" sz="11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패턴 진단</a:t>
                      </a:r>
                      <a:endParaRPr lang="en-US" altLang="ko-KR" sz="11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9555"/>
                  </a:ext>
                </a:extLst>
              </a:tr>
              <a:tr h="181203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lv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새로 </a:t>
                      </a:r>
                      <a:r>
                        <a:rPr lang="ko-KR" altLang="en-US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개발된 웹을 이용하여 진행</a:t>
                      </a:r>
                      <a:endParaRPr lang="en-US" altLang="ko-KR" sz="105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오픈 페이스의 발견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좋은 인상 형성을 위한 가르마 연출법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얼굴형에 따른 헤어 스타일 완성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헤어 제품 활용법</a:t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바디타입 체크시트를 </a:t>
                      </a:r>
                      <a:r>
                        <a:rPr lang="ko-KR" altLang="en-US" sz="1000" b="0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활용한 진단 노하우</a:t>
                      </a:r>
                    </a:p>
                    <a:p>
                      <a:pPr marL="171450" lvl="0" indent="-171450" algn="l" defTabSz="685800" rtl="0" eaLnBrk="1" latinLnBrk="1" hangingPunct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페이스 골격 유형과 아이템 </a:t>
                      </a:r>
                      <a:r>
                        <a:rPr lang="ko-KR" altLang="en-US" sz="1000" b="0" kern="1200" noProof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스일링</a:t>
                      </a:r>
                      <a:endParaRPr lang="ko-KR" altLang="en-US" sz="1000" b="0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685800" rtl="0" eaLnBrk="1" latinLnBrk="1" hangingPunct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바디 골격 유형 분석과 </a:t>
                      </a:r>
                      <a:r>
                        <a:rPr lang="ko-KR" altLang="en-US" sz="1000" b="0" kern="1200" noProof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코디네이션</a:t>
                      </a:r>
                      <a:endParaRPr lang="ko-KR" altLang="en-US" sz="1000" b="0" kern="1200" noProof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defTabSz="685800" rtl="0" eaLnBrk="1" latinLnBrk="1" hangingPunct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체형커버 </a:t>
                      </a:r>
                      <a:r>
                        <a:rPr lang="ko-KR" altLang="en-US" sz="1000" b="0" kern="1200" noProof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프로포션</a:t>
                      </a:r>
                      <a:r>
                        <a:rPr lang="ko-KR" altLang="en-US" sz="1000" b="0" kern="1200" noProof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noProof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어드바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이스</a:t>
                      </a: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얼굴 타입 분석 체크시트를 활용한 진단 노하우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페이스 골격 유형과 아이템 스타일링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바디 타입 유형 분석과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코디네이션</a:t>
                      </a:r>
                      <a:endParaRPr kumimoji="1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4749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AA13E6D-D19F-ADF7-7FB9-4B10F02A6A8E}"/>
              </a:ext>
            </a:extLst>
          </p:cNvPr>
          <p:cNvSpPr/>
          <p:nvPr/>
        </p:nvSpPr>
        <p:spPr bwMode="auto">
          <a:xfrm>
            <a:off x="0" y="10126707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69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B4A6-05C5-F73A-1694-95D6F207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2">
            <a:extLst>
              <a:ext uri="{FF2B5EF4-FFF2-40B4-BE49-F238E27FC236}">
                <a16:creationId xmlns:a16="http://schemas.microsoft.com/office/drawing/2014/main" id="{8C4C6AC9-DFF9-9F52-D53F-BDC01C329406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buNone/>
              <a:defRPr sz="2400" b="1" spc="-15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과정 시간표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03A3DD-C31E-B9FA-E0D9-0AB7A522FC95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EDD54D-C92C-0790-9183-589AC19EA955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AF2D23-E6D7-BC0E-9CD5-A62894D3A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32681"/>
              </p:ext>
            </p:extLst>
          </p:nvPr>
        </p:nvGraphicFramePr>
        <p:xfrm>
          <a:off x="387568" y="1133038"/>
          <a:ext cx="6135835" cy="6615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253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00">
                  <a:extLst>
                    <a:ext uri="{9D8B030D-6E8A-4147-A177-3AD203B41FA5}">
                      <a16:colId xmlns:a16="http://schemas.microsoft.com/office/drawing/2014/main" val="3410977468"/>
                    </a:ext>
                  </a:extLst>
                </a:gridCol>
                <a:gridCol w="314840">
                  <a:extLst>
                    <a:ext uri="{9D8B030D-6E8A-4147-A177-3AD203B41FA5}">
                      <a16:colId xmlns:a16="http://schemas.microsoft.com/office/drawing/2014/main" val="3858343094"/>
                    </a:ext>
                  </a:extLst>
                </a:gridCol>
              </a:tblGrid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일차</a:t>
                      </a: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07967"/>
                  </a:ext>
                </a:extLst>
              </a:tr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조미경 대표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97636"/>
                  </a:ext>
                </a:extLst>
              </a:tr>
              <a:tr h="324395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306372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14:00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Personal Color 1</a:t>
                      </a: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 err="1">
                          <a:latin typeface="+mn-ea"/>
                          <a:ea typeface="+mn-ea"/>
                        </a:rPr>
                        <a:t>퍼스널컬러의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개념이해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  / 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색의 분류와 사계절 구분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Personal Color Consulting Draping </a:t>
                      </a:r>
                      <a:r>
                        <a:rPr lang="ko-KR" altLang="ko-KR" sz="1100" b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방법</a:t>
                      </a:r>
                      <a:r>
                        <a:rPr lang="ko-KR" altLang="en-US" sz="1100" b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및</a:t>
                      </a:r>
                      <a:r>
                        <a:rPr lang="ko-KR" altLang="en-US" sz="1100" b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실습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0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1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퍼스널 </a:t>
                      </a: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컬러 이해 및 사계절 컬러 이론</a:t>
                      </a:r>
                      <a:endParaRPr lang="ko-KR" altLang="ko-KR" sz="12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퍼스널 컬러의 개념이해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퍼스널 컬러의 개념과 활용범위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Yellow base &amp; Blue base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색의 분류와 사계절 구분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사계절 색채 스타일에 따른 컬러분석과 이해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사계절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퍼스널컬러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유형 이미지 분석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l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퍼스널 컬러진단 분석 실습</a:t>
                      </a:r>
                      <a:endParaRPr lang="en-US" altLang="ko-KR" sz="11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컬러 </a:t>
                      </a:r>
                      <a:r>
                        <a:rPr lang="ko-KR" altLang="ko-KR" sz="1100" b="0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드레이핑</a:t>
                      </a: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방법 </a:t>
                      </a: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분석</a:t>
                      </a:r>
                    </a:p>
                    <a:p>
                      <a:pPr marL="171450" indent="-171450" algn="l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계절 개인별 실습 및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데모를 통한 퍼스널 컬러 진단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사계절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퍼스널컬러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유형 액세서리 소품 분석</a:t>
                      </a: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14:10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lvl="0" indent="0" algn="just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맑은 고딕" panose="020B0503020000020004" pitchFamily="50" charset="-127"/>
                        <a:buNone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Personal Color 2 </a:t>
                      </a: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작성 </a:t>
                      </a:r>
                      <a:r>
                        <a:rPr lang="en-US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ko-KR" altLang="ko-KR" sz="11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피부색의 대비현상</a:t>
                      </a:r>
                      <a:endParaRPr lang="en-US" altLang="ko-KR" sz="11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just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맑은 고딕" panose="020B0503020000020004" pitchFamily="50" charset="-127"/>
                        <a:buNone/>
                        <a:tabLst/>
                        <a:defRPr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퍼스널 </a:t>
                      </a: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컬러칩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구분을 통해 컬러 팔레트 완성하기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9555"/>
                  </a:ext>
                </a:extLst>
              </a:tr>
              <a:tr h="181203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indent="-171450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Personal Color Image map </a:t>
                      </a:r>
                      <a:r>
                        <a:rPr lang="ko-KR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제작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en-US" altLang="ko-KR" sz="10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Personal Color : Flow Chart / Fashion Type Board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4749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908E96CE-005B-48D8-454D-442635AFF160}"/>
              </a:ext>
            </a:extLst>
          </p:cNvPr>
          <p:cNvSpPr/>
          <p:nvPr/>
        </p:nvSpPr>
        <p:spPr>
          <a:xfrm>
            <a:off x="55310" y="9541175"/>
            <a:ext cx="6800985" cy="351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. k p c . o r . k r                                                                                                                                                      4</a:t>
            </a:r>
            <a:endParaRPr lang="ko-KR" altLang="en-US" sz="12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32D9B9-703F-1CE8-9541-0AFAF61CB4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955" y="7406035"/>
            <a:ext cx="3336663" cy="214178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F7A75C6-B720-C516-D74A-DC0722E68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7" y="7395069"/>
            <a:ext cx="1607358" cy="21417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8FE5C4D-47DE-BF40-36AD-4F13E20F7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044" y="7395069"/>
            <a:ext cx="1659646" cy="216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0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C737-B98C-1290-AB9E-F684352F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2">
            <a:extLst>
              <a:ext uri="{FF2B5EF4-FFF2-40B4-BE49-F238E27FC236}">
                <a16:creationId xmlns:a16="http://schemas.microsoft.com/office/drawing/2014/main" id="{3AF16368-685F-6489-1C8A-575892FFCC01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buNone/>
              <a:defRPr sz="2400" b="1" spc="-15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과정 시간표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7CD105-9914-7BF9-AC3F-EB4E2CEF222D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EE0BBA-0AE5-B02A-8DEE-7C4C0579F87C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C2CC78D-5D0A-5321-76B7-BDB4DB950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673532"/>
              </p:ext>
            </p:extLst>
          </p:nvPr>
        </p:nvGraphicFramePr>
        <p:xfrm>
          <a:off x="387568" y="1133038"/>
          <a:ext cx="6135835" cy="5989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253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00">
                  <a:extLst>
                    <a:ext uri="{9D8B030D-6E8A-4147-A177-3AD203B41FA5}">
                      <a16:colId xmlns:a16="http://schemas.microsoft.com/office/drawing/2014/main" val="3410977468"/>
                    </a:ext>
                  </a:extLst>
                </a:gridCol>
                <a:gridCol w="314840">
                  <a:extLst>
                    <a:ext uri="{9D8B030D-6E8A-4147-A177-3AD203B41FA5}">
                      <a16:colId xmlns:a16="http://schemas.microsoft.com/office/drawing/2014/main" val="3858343094"/>
                    </a:ext>
                  </a:extLst>
                </a:gridCol>
              </a:tblGrid>
              <a:tr h="311087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일차</a:t>
                      </a: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07967"/>
                  </a:ext>
                </a:extLst>
              </a:tr>
              <a:tr h="311087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조미경 대표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97636"/>
                  </a:ext>
                </a:extLst>
              </a:tr>
              <a:tr h="311087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409214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16:00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Personal Color </a:t>
                      </a:r>
                      <a:r>
                        <a:rPr lang="ko-KR" altLang="en-US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기반의</a:t>
                      </a:r>
                      <a:r>
                        <a:rPr lang="ko-KR" altLang="ko-KR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100" b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콘티 작성을 활용한 </a:t>
                      </a:r>
                      <a:r>
                        <a:rPr lang="en-US" altLang="ko-KR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톤별 </a:t>
                      </a:r>
                      <a:r>
                        <a:rPr lang="ko-KR" altLang="ko-KR" sz="11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메이크업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3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웜톤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쿨톤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메이크업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사계절 메이크업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톤별 메이크업 컬러 안내 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무결점 피부 표현 테크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닉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Best full cover foundation/ </a:t>
                      </a:r>
                      <a:r>
                        <a:rPr lang="en-US" altLang="ko-KR" sz="1100" dirty="0"/>
                        <a:t>Best full cover foundation [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Photo focus]</a:t>
                      </a:r>
                      <a:endParaRPr lang="ko-KR" altLang="ko-KR" sz="11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사람의 인상을 결정하는 </a:t>
                      </a: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아이브로우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메이크업</a:t>
                      </a: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소통의 기준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아이 메이크업 요령</a:t>
                      </a: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건강한 이미지 연출의 마무리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립 메이크업 요령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얼굴형을 수정하고 품위를 더하는 </a:t>
                      </a: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치크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메이크업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Personal Color Make-up Image map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제작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남성 메이크업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5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16:10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18:00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1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BODY LANGUAGE IMAGE &amp; BUSINESS ATTITUDE TRAINING</a:t>
                      </a:r>
                      <a:endParaRPr lang="ko-KR" altLang="ko-KR" sz="110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9555"/>
                  </a:ext>
                </a:extLst>
              </a:tr>
              <a:tr h="173770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lvl="0" latinLnBrk="1"/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SECRETS OF BODY LANGUAGE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GUIDE TO READING BODY LANGUAGE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USING BODY LANGUAGE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INSTRUCTOR’S BODY LANGUAGE</a:t>
                      </a:r>
                    </a:p>
                    <a:p>
                      <a:pPr lvl="0" latinLnBrk="0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DEVELOPING THE RIGHT BUSINESS ATTITUDE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0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ATTITUDE IN BUSINESS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0"/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BUSINESS ATTITUDE ETIQUETTE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BUSINESS ATTITUDE TRAINING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47490"/>
                  </a:ext>
                </a:extLst>
              </a:tr>
            </a:tbl>
          </a:graphicData>
        </a:graphic>
      </p:graphicFrame>
      <p:pic>
        <p:nvPicPr>
          <p:cNvPr id="5" name="그림 4" descr="실내, 사람, 사무용품, 테이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ED71A1C-5A9A-3150-C9E7-4DC0D996B9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120" y="7301356"/>
            <a:ext cx="1922154" cy="1418433"/>
          </a:xfrm>
          <a:prstGeom prst="rect">
            <a:avLst/>
          </a:prstGeom>
        </p:spPr>
      </p:pic>
      <p:pic>
        <p:nvPicPr>
          <p:cNvPr id="11" name="그림 10" descr="팔레트, 화장품, 실내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D7B8DB-F5EB-DE23-04C2-FB2D2C365F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215" y="7289501"/>
            <a:ext cx="2032973" cy="1400971"/>
          </a:xfrm>
          <a:prstGeom prst="rect">
            <a:avLst/>
          </a:prstGeom>
        </p:spPr>
      </p:pic>
      <p:pic>
        <p:nvPicPr>
          <p:cNvPr id="14" name="그림 13" descr="텍스트, 사무용품, 사람, 사무 기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34AE28A-0946-38FC-4A60-1737FCBD3B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1357"/>
            <a:ext cx="1768979" cy="1418433"/>
          </a:xfrm>
          <a:prstGeom prst="rect">
            <a:avLst/>
          </a:prstGeom>
        </p:spPr>
      </p:pic>
      <p:pic>
        <p:nvPicPr>
          <p:cNvPr id="20" name="그림 19" descr="사람, 의류, 실내, 컴퓨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0F7F40-B7A3-36A9-DFAA-EF3A0921CD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207" y="7289501"/>
            <a:ext cx="1589518" cy="140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0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F696D-4AE2-EA6C-8BD2-DB5E6D090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2">
            <a:extLst>
              <a:ext uri="{FF2B5EF4-FFF2-40B4-BE49-F238E27FC236}">
                <a16:creationId xmlns:a16="http://schemas.microsoft.com/office/drawing/2014/main" id="{4527DAFB-00DC-1513-8F8D-92AF1AF0DCE3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buNone/>
              <a:defRPr sz="2400" b="1" spc="-15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과정 시간표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875E89-EB42-B3B2-0989-207970F1D3F0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6A14F8C-7C9F-09A7-6F56-E07942F95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383095"/>
              </p:ext>
            </p:extLst>
          </p:nvPr>
        </p:nvGraphicFramePr>
        <p:xfrm>
          <a:off x="387568" y="1133038"/>
          <a:ext cx="6135835" cy="8047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253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00">
                  <a:extLst>
                    <a:ext uri="{9D8B030D-6E8A-4147-A177-3AD203B41FA5}">
                      <a16:colId xmlns:a16="http://schemas.microsoft.com/office/drawing/2014/main" val="3410977468"/>
                    </a:ext>
                  </a:extLst>
                </a:gridCol>
                <a:gridCol w="314840">
                  <a:extLst>
                    <a:ext uri="{9D8B030D-6E8A-4147-A177-3AD203B41FA5}">
                      <a16:colId xmlns:a16="http://schemas.microsoft.com/office/drawing/2014/main" val="3858343094"/>
                    </a:ext>
                  </a:extLst>
                </a:gridCol>
              </a:tblGrid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일차</a:t>
                      </a: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07967"/>
                  </a:ext>
                </a:extLst>
              </a:tr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안수현 대표 조미경 대표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97636"/>
                  </a:ext>
                </a:extLst>
              </a:tr>
              <a:tr h="324395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306372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16:00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바디프레임 스타일 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남성 편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lang="en-US" altLang="ko-KR" sz="11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 스타일 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(Straight, </a:t>
                      </a:r>
                      <a:r>
                        <a:rPr kumimoji="1" lang="en-US" altLang="ko-KR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Wave,Natural</a:t>
                      </a:r>
                      <a:r>
                        <a:rPr kumimoji="1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1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0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marL="0" lvl="0" indent="0" latinLnBrk="1">
                        <a:lnSpc>
                          <a:spcPct val="130000"/>
                        </a:lnSpc>
                        <a:buFontTx/>
                        <a:buNone/>
                      </a:pPr>
                      <a:endParaRPr lang="ko-KR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골격구조 이론 및 구체적인 특징과 분석 포인트</a:t>
                      </a:r>
                      <a:endParaRPr lang="en-US" altLang="ko-KR" sz="11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골격스타일별 어울리는 소재 및 원단의 특징</a:t>
                      </a:r>
                      <a:endParaRPr lang="en-US" altLang="ko-KR" sz="11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맨즈의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골격스타일별 체형의 특징</a:t>
                      </a:r>
                      <a:endParaRPr lang="en-US" altLang="ko-KR" sz="11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맨즈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캐주얼 아이템 분류와 </a:t>
                      </a:r>
                      <a:r>
                        <a:rPr lang="ko-KR" altLang="en-US" sz="1100" b="0" kern="1200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어드바이스</a:t>
                      </a:r>
                      <a:r>
                        <a:rPr lang="ko-KR" altLang="en-US" sz="1100" b="0" kern="120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방법</a:t>
                      </a:r>
                      <a:endParaRPr lang="en-US" altLang="ko-KR" sz="1100" b="0" kern="1200" baseline="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비즈니스에서의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맨즈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수트 스타일링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유행 아이템의 골격스타일별 제안 및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어드바이스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노하우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골격스타일별 아이템 분류 및 트레이닝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진단 및 분석 트레이닝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남성 바디프레임 스타일 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타입과 타입 별 특징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남성 바디프레임 스타일 진단을 위한 전제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라인의 특징과 아이템 선정 노하우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라인의 특징과 아이템 선정 노하우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라인의 특징과 아이템 선정 노하우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남성 바디 골격 유형 분석과 </a:t>
                      </a:r>
                      <a:r>
                        <a:rPr kumimoji="1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코디네이션</a:t>
                      </a:r>
                      <a:endParaRPr kumimoji="1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남성 </a:t>
                      </a:r>
                      <a:r>
                        <a:rPr kumimoji="1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바디프레임스타일</a:t>
                      </a: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의상 액세서리 소품 </a:t>
                      </a:r>
                      <a:b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</a:br>
                      <a:r>
                        <a:rPr kumimoji="1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남성 </a:t>
                      </a:r>
                      <a:r>
                        <a:rPr kumimoji="1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꼴라쥬</a:t>
                      </a:r>
                      <a:r>
                        <a:rPr kumimoji="1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Straight, Wave, Natural)</a:t>
                      </a:r>
                      <a:endParaRPr lang="en-US" altLang="ko-KR" sz="1100" kern="1200" baseline="0" dirty="0">
                        <a:solidFill>
                          <a:srgbClr val="7030A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16:10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18:00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바디프레임 스타일</a:t>
                      </a:r>
                      <a:r>
                        <a:rPr lang="en-US" altLang="ko-KR" sz="11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</a:t>
                      </a:r>
                      <a:r>
                        <a:rPr lang="ko-KR" altLang="en-US" sz="11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여성 편</a:t>
                      </a:r>
                      <a:r>
                        <a:rPr lang="en-US" altLang="ko-KR" sz="11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9555"/>
                  </a:ext>
                </a:extLst>
              </a:tr>
              <a:tr h="181203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패션 </a:t>
                      </a:r>
                      <a:r>
                        <a:rPr lang="ko-KR" alt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코디네이트의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 요소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골격진단과 </a:t>
                      </a:r>
                      <a:r>
                        <a:rPr lang="ko-KR" altLang="en-US" sz="1000" b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골격스타일이란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여성 골격진단 및 분석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골격스타일별 체형의 특징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타입 별 어울리는 아이템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소재 스터디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자신의 골격스타일 진단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어울리지 않는 아이템 프레젠테이션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골격 분석 체크시트를 활용한 진단 노하우</a:t>
                      </a: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여성 바디 골격 유형 분석과 </a:t>
                      </a:r>
                      <a:r>
                        <a:rPr kumimoji="1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코디네이션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lvl="0" indent="-171450" algn="l" latinLnBrk="1">
                        <a:lnSpc>
                          <a:spcPct val="130000"/>
                        </a:lnSpc>
                        <a:buFontTx/>
                        <a:buChar char="-"/>
                      </a:pP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47490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3997086" y="7829282"/>
            <a:ext cx="7753661" cy="1578921"/>
            <a:chOff x="3556725" y="5727133"/>
            <a:chExt cx="8666123" cy="1690831"/>
          </a:xfrm>
        </p:grpSpPr>
        <p:pic>
          <p:nvPicPr>
            <p:cNvPr id="7" name="Picture 2" descr="C:\Users\user\Desktop\KakaoTalk_20200720_161824684_08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6725" y="5727133"/>
              <a:ext cx="108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3" descr="C:\Users\user\Desktop\KakaoTalk_20200720_161824684_03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9787" y="5977964"/>
              <a:ext cx="192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C:\Users\user\Desktop\KakaoTalk_20200720_161824684_04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2848" y="5977964"/>
              <a:ext cx="1920000" cy="144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타원 10"/>
          <p:cNvSpPr/>
          <p:nvPr/>
        </p:nvSpPr>
        <p:spPr>
          <a:xfrm>
            <a:off x="5781063" y="7788942"/>
            <a:ext cx="99955" cy="152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Light" panose="02020603020101020101" pitchFamily="18" charset="-127"/>
              <a:ea typeface="KoPub돋움체 Light" panose="02020603020101020101" pitchFamily="18" charset="-127"/>
              <a:cs typeface="+mn-cs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3997086" y="7757563"/>
            <a:ext cx="182829" cy="2787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Light" panose="02020603020101020101" pitchFamily="18" charset="-127"/>
              <a:ea typeface="KoPub돋움체 Light" panose="02020603020101020101" pitchFamily="18" charset="-127"/>
              <a:cs typeface="+mn-cs"/>
            </a:endParaRPr>
          </a:p>
        </p:txBody>
      </p:sp>
      <p:pic>
        <p:nvPicPr>
          <p:cNvPr id="16" name="Picture 5" descr="C:\Users\user\Desktop\KakaoTalk_20200720_161824684_05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372" y="7829283"/>
            <a:ext cx="1717842" cy="1344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C:\Users\user\Desktop\KakaoTalk_20200720_161824684_02.jpg">
            <a:extLst>
              <a:ext uri="{FF2B5EF4-FFF2-40B4-BE49-F238E27FC236}">
                <a16:creationId xmlns:a16="http://schemas.microsoft.com/office/drawing/2014/main" id="{5C1AF94E-21C6-4C3E-5268-E5EFA3079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58" y="5635365"/>
            <a:ext cx="1525045" cy="97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51FDF9A-B228-F2D2-DDBA-C3BD8DA6B1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9973" y="3941589"/>
            <a:ext cx="1613430" cy="1694101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983113-8110-E87E-79CD-5B27C3794C37}"/>
              </a:ext>
            </a:extLst>
          </p:cNvPr>
          <p:cNvSpPr/>
          <p:nvPr/>
        </p:nvSpPr>
        <p:spPr bwMode="auto">
          <a:xfrm>
            <a:off x="0" y="9835635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12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7BC6-1C09-C96C-51DE-F475EFC1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2">
            <a:extLst>
              <a:ext uri="{FF2B5EF4-FFF2-40B4-BE49-F238E27FC236}">
                <a16:creationId xmlns:a16="http://schemas.microsoft.com/office/drawing/2014/main" id="{2970C069-269E-9837-F669-9D0C72C6F5EA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buNone/>
              <a:defRPr sz="2400" b="1" spc="-15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과정 시간표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1FA8C4-2880-A17B-34EE-F5F96D87F5C3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6FF0204-C44A-B3AB-00FC-50D8E19481DB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6CCF98B-5B47-420B-CF2C-68048D200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814770"/>
              </p:ext>
            </p:extLst>
          </p:nvPr>
        </p:nvGraphicFramePr>
        <p:xfrm>
          <a:off x="387568" y="1133038"/>
          <a:ext cx="6135835" cy="5815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5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2492188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2538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400">
                  <a:extLst>
                    <a:ext uri="{9D8B030D-6E8A-4147-A177-3AD203B41FA5}">
                      <a16:colId xmlns:a16="http://schemas.microsoft.com/office/drawing/2014/main" val="3410977468"/>
                    </a:ext>
                  </a:extLst>
                </a:gridCol>
                <a:gridCol w="314840">
                  <a:extLst>
                    <a:ext uri="{9D8B030D-6E8A-4147-A177-3AD203B41FA5}">
                      <a16:colId xmlns:a16="http://schemas.microsoft.com/office/drawing/2014/main" val="3858343094"/>
                    </a:ext>
                  </a:extLst>
                </a:gridCol>
              </a:tblGrid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일차</a:t>
                      </a: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552B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07967"/>
                  </a:ext>
                </a:extLst>
              </a:tr>
              <a:tr h="324395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2025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이지연 대표 조미경 대표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097636"/>
                  </a:ext>
                </a:extLst>
              </a:tr>
              <a:tr h="324395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모듈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ko-KR" altLang="en-US" sz="12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세부내용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/>
                      <a:endParaRPr lang="ko-KR" altLang="en-US" sz="12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1A3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306372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16:00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1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남성 이미지 전략 </a:t>
                      </a:r>
                      <a:r>
                        <a:rPr lang="en-US" altLang="ko-KR" sz="11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STYLE</a:t>
                      </a:r>
                      <a:r>
                        <a:rPr lang="en-US" altLang="ko-KR" sz="1100" b="1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THE MAN </a:t>
                      </a:r>
                      <a:r>
                        <a:rPr lang="en-US" altLang="ko-KR" sz="1100" kern="12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en-US" altLang="ko-KR" sz="11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STYLE &amp; IMAGE / </a:t>
                      </a:r>
                      <a:r>
                        <a:rPr lang="en-US" altLang="ko-KR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HOW</a:t>
                      </a:r>
                      <a:r>
                        <a:rPr lang="en-US" altLang="ko-KR" sz="1100" b="1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TO DRESS</a:t>
                      </a:r>
                      <a:endParaRPr lang="en-US" altLang="ko-KR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0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lvl="0" latinLnBrk="1"/>
                      <a:endParaRPr lang="ko-KR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IDENTITY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형성과 이미지의 관계 </a:t>
                      </a: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내적 동기와 외적 표현의 관련성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 Can Read You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진단을 통한 유형별 특징에 대한 연구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Style and the Man: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수트와 캐주얼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Clothes and the Man: 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프로포션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및 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바디타입 분석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옷차림의 원칙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미학적 심리</a:t>
                      </a: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보편성을 위한 디자인 원리 이해하기</a:t>
                      </a: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HOW TO DRESS</a:t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어떻게 옷을 입을 것인가</a:t>
                      </a: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어떻게 옷을 입힐 것인가</a:t>
                      </a:r>
                    </a:p>
                    <a:p>
                      <a:pPr lvl="0" latinLnBrk="1"/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신체 디자인 요소 진단 및 실습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>
                        <a:lnSpc>
                          <a:spcPct val="130000"/>
                        </a:lnSpc>
                      </a:pPr>
                      <a:endParaRPr lang="ko-KR" altLang="ko-KR" sz="11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19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16:10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18:00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시 강 </a:t>
                      </a:r>
                      <a:endParaRPr lang="en-US" altLang="ko-KR" sz="11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685800" rtl="0" eaLnBrk="1" latinLnBrk="1" hangingPunct="1">
                        <a:spcAft>
                          <a:spcPts val="0"/>
                        </a:spcAft>
                      </a:pPr>
                      <a:endParaRPr lang="ko-KR" altLang="en-US" sz="11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659555"/>
                  </a:ext>
                </a:extLst>
              </a:tr>
              <a:tr h="181203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171450" marR="0" lvl="0" indent="-17145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PORTFOLIO </a:t>
                      </a:r>
                      <a:r>
                        <a:rPr lang="ko-KR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제작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과 개인의 전공 분야를 포함한</a:t>
                      </a:r>
                      <a:r>
                        <a:rPr lang="ko-KR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레</a:t>
                      </a:r>
                      <a:r>
                        <a:rPr lang="ko-KR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젠테이션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(PPT 25</a:t>
                      </a:r>
                      <a:r>
                        <a:rPr lang="ko-KR" altLang="en-US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 준비</a:t>
                      </a:r>
                      <a:r>
                        <a:rPr lang="en-US" altLang="ko-KR" sz="10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lvl="0" indent="0" algn="l" latinLnBrk="1">
                        <a:lnSpc>
                          <a:spcPct val="130000"/>
                        </a:lnSpc>
                        <a:buFontTx/>
                        <a:buNone/>
                      </a:pPr>
                      <a:endParaRPr lang="en-US" altLang="ko-KR" sz="10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0" latinLnBrk="1"/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ctr" latinLnBrk="1">
                        <a:lnSpc>
                          <a:spcPct val="130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98000"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747490"/>
                  </a:ext>
                </a:extLst>
              </a:tr>
            </a:tbl>
          </a:graphicData>
        </a:graphic>
      </p:graphicFrame>
      <p:pic>
        <p:nvPicPr>
          <p:cNvPr id="3" name="그림 2" descr="인간의 얼굴, 의류, 사람, 미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CFF6F60-A60E-68D2-0729-8255F2AE1C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418" y="2465638"/>
            <a:ext cx="1575985" cy="234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5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그룹 322">
            <a:extLst>
              <a:ext uri="{FF2B5EF4-FFF2-40B4-BE49-F238E27FC236}">
                <a16:creationId xmlns:a16="http://schemas.microsoft.com/office/drawing/2014/main" id="{06719CEB-1848-4BBC-A04E-4A22F7C800DC}"/>
              </a:ext>
            </a:extLst>
          </p:cNvPr>
          <p:cNvGrpSpPr/>
          <p:nvPr/>
        </p:nvGrpSpPr>
        <p:grpSpPr>
          <a:xfrm>
            <a:off x="622350" y="1220969"/>
            <a:ext cx="5613300" cy="3219208"/>
            <a:chOff x="622350" y="2932577"/>
            <a:chExt cx="5613300" cy="2745149"/>
          </a:xfrm>
        </p:grpSpPr>
        <p:sp>
          <p:nvSpPr>
            <p:cNvPr id="320" name="직사각형 319">
              <a:extLst>
                <a:ext uri="{FF2B5EF4-FFF2-40B4-BE49-F238E27FC236}">
                  <a16:creationId xmlns:a16="http://schemas.microsoft.com/office/drawing/2014/main" id="{52A49333-7A31-4077-BF09-D5586AE5FD5F}"/>
                </a:ext>
              </a:extLst>
            </p:cNvPr>
            <p:cNvSpPr/>
            <p:nvPr/>
          </p:nvSpPr>
          <p:spPr>
            <a:xfrm>
              <a:off x="622350" y="2932577"/>
              <a:ext cx="5613300" cy="2745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175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1" name="직사각형 320">
              <a:extLst>
                <a:ext uri="{FF2B5EF4-FFF2-40B4-BE49-F238E27FC236}">
                  <a16:creationId xmlns:a16="http://schemas.microsoft.com/office/drawing/2014/main" id="{2BE8B4D2-C949-441C-B20B-BD796AF390A7}"/>
                </a:ext>
              </a:extLst>
            </p:cNvPr>
            <p:cNvSpPr/>
            <p:nvPr/>
          </p:nvSpPr>
          <p:spPr>
            <a:xfrm>
              <a:off x="731310" y="3044017"/>
              <a:ext cx="5395381" cy="2553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38D830B-6FC6-4A5A-B01D-0DB5167117C7}"/>
              </a:ext>
            </a:extLst>
          </p:cNvPr>
          <p:cNvGrpSpPr/>
          <p:nvPr/>
        </p:nvGrpSpPr>
        <p:grpSpPr>
          <a:xfrm>
            <a:off x="622350" y="4625168"/>
            <a:ext cx="5613300" cy="1581078"/>
            <a:chOff x="514398" y="4687020"/>
            <a:chExt cx="5613300" cy="1540737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6A2801F-A68A-4629-98CD-79860AF7C408}"/>
                </a:ext>
              </a:extLst>
            </p:cNvPr>
            <p:cNvGrpSpPr/>
            <p:nvPr/>
          </p:nvGrpSpPr>
          <p:grpSpPr>
            <a:xfrm>
              <a:off x="514398" y="4687021"/>
              <a:ext cx="3635508" cy="1540736"/>
              <a:chOff x="611560" y="5034562"/>
              <a:chExt cx="3502949" cy="1407600"/>
            </a:xfrm>
          </p:grpSpPr>
          <p:pic>
            <p:nvPicPr>
              <p:cNvPr id="6" name="Picture 3" descr="C:\Users\sjh\Desktop\지워\새 폴더 (3)\DSC07695.jpg">
                <a:extLst>
                  <a:ext uri="{FF2B5EF4-FFF2-40B4-BE49-F238E27FC236}">
                    <a16:creationId xmlns:a16="http://schemas.microsoft.com/office/drawing/2014/main" id="{26FC6BB1-9D9C-4B8B-AEE6-882CC9966C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88360" y="5034562"/>
                <a:ext cx="1626149" cy="1407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C:\Users\sjh\Desktop\지워\새 폴더 (3)\국민.jpg">
                <a:extLst>
                  <a:ext uri="{FF2B5EF4-FFF2-40B4-BE49-F238E27FC236}">
                    <a16:creationId xmlns:a16="http://schemas.microsoft.com/office/drawing/2014/main" id="{2D626E54-15ED-415F-A2DC-0FF2E06E0C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560" y="5034562"/>
                <a:ext cx="1876800" cy="1407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" name="Picture 6" descr="C:\Users\sjh\Desktop\지워\새 폴더 (3)\IMG_6374.jpg">
              <a:extLst>
                <a:ext uri="{FF2B5EF4-FFF2-40B4-BE49-F238E27FC236}">
                  <a16:creationId xmlns:a16="http://schemas.microsoft.com/office/drawing/2014/main" id="{E57DFFFB-DA9E-4536-94A2-D7213BAA50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95" r="12226"/>
            <a:stretch/>
          </p:blipFill>
          <p:spPr bwMode="auto">
            <a:xfrm>
              <a:off x="4149906" y="4687020"/>
              <a:ext cx="1977792" cy="1540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672B4C-48B9-4A8C-BCF2-4CADDACC2872}"/>
              </a:ext>
            </a:extLst>
          </p:cNvPr>
          <p:cNvSpPr/>
          <p:nvPr/>
        </p:nvSpPr>
        <p:spPr>
          <a:xfrm>
            <a:off x="1090895" y="3457723"/>
            <a:ext cx="4676210" cy="675121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이미지 스케일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퍼스널 컬러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시그니처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 컬러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 바디타입 진단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패션 유형 분석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메이크업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동행쇼핑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아로마테라피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미디어 트레이닝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바디랭귀지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서비스 마인드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스트레스 관리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성향분석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 보이스 트레이닝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화술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맑은 고딕" panose="020B0503020000020004" pitchFamily="50" charset="-127"/>
                <a:cs typeface="+mn-cs"/>
              </a:rPr>
              <a:t>프레젠테이션 등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4AADE1E-F553-44CF-BCBC-AF649F388C7D}"/>
              </a:ext>
            </a:extLst>
          </p:cNvPr>
          <p:cNvSpPr/>
          <p:nvPr/>
        </p:nvSpPr>
        <p:spPr bwMode="auto">
          <a:xfrm>
            <a:off x="0" y="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5" name="Picture 2" descr="J:\CMK\CMK 로고 2018.png">
            <a:extLst>
              <a:ext uri="{FF2B5EF4-FFF2-40B4-BE49-F238E27FC236}">
                <a16:creationId xmlns:a16="http://schemas.microsoft.com/office/drawing/2014/main" id="{CFFAEDDC-3365-4C73-87AB-8E5DB32F0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110" y="1480513"/>
            <a:ext cx="2263780" cy="54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64878D75-FAED-4DC8-BF70-E71FAA1EEB54}"/>
              </a:ext>
            </a:extLst>
          </p:cNvPr>
          <p:cNvSpPr/>
          <p:nvPr/>
        </p:nvSpPr>
        <p:spPr bwMode="auto">
          <a:xfrm>
            <a:off x="0" y="9836150"/>
            <a:ext cx="6858000" cy="69850"/>
          </a:xfrm>
          <a:prstGeom prst="rect">
            <a:avLst/>
          </a:prstGeom>
          <a:solidFill>
            <a:srgbClr val="A47983">
              <a:lumMod val="75000"/>
            </a:srgb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59855C79-049D-4969-89FB-B82A956276A2}"/>
              </a:ext>
            </a:extLst>
          </p:cNvPr>
          <p:cNvGrpSpPr/>
          <p:nvPr/>
        </p:nvGrpSpPr>
        <p:grpSpPr>
          <a:xfrm>
            <a:off x="622350" y="6268232"/>
            <a:ext cx="5613300" cy="1536646"/>
            <a:chOff x="594897" y="5769188"/>
            <a:chExt cx="6234364" cy="1706662"/>
          </a:xfrm>
        </p:grpSpPr>
        <p:grpSp>
          <p:nvGrpSpPr>
            <p:cNvPr id="282" name="그룹 281">
              <a:extLst>
                <a:ext uri="{FF2B5EF4-FFF2-40B4-BE49-F238E27FC236}">
                  <a16:creationId xmlns:a16="http://schemas.microsoft.com/office/drawing/2014/main" id="{7D0253C6-A204-4BA7-9F15-317D03F01DE0}"/>
                </a:ext>
              </a:extLst>
            </p:cNvPr>
            <p:cNvGrpSpPr/>
            <p:nvPr/>
          </p:nvGrpSpPr>
          <p:grpSpPr>
            <a:xfrm>
              <a:off x="622350" y="5885105"/>
              <a:ext cx="3130504" cy="858222"/>
              <a:chOff x="560958" y="8524020"/>
              <a:chExt cx="2660058" cy="729250"/>
            </a:xfrm>
          </p:grpSpPr>
          <p:pic>
            <p:nvPicPr>
              <p:cNvPr id="218" name="그림 217">
                <a:extLst>
                  <a:ext uri="{FF2B5EF4-FFF2-40B4-BE49-F238E27FC236}">
                    <a16:creationId xmlns:a16="http://schemas.microsoft.com/office/drawing/2014/main" id="{0B665FE5-A779-416B-8ADB-C40CAC5B7D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76547" y="9057205"/>
                <a:ext cx="579416" cy="196065"/>
              </a:xfrm>
              <a:prstGeom prst="rect">
                <a:avLst/>
              </a:prstGeom>
            </p:spPr>
          </p:pic>
          <p:pic>
            <p:nvPicPr>
              <p:cNvPr id="219" name="그림 218">
                <a:extLst>
                  <a:ext uri="{FF2B5EF4-FFF2-40B4-BE49-F238E27FC236}">
                    <a16:creationId xmlns:a16="http://schemas.microsoft.com/office/drawing/2014/main" id="{B99E9B86-7826-4798-A8DC-EE3258B80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23118" y="9036279"/>
                <a:ext cx="465248" cy="170473"/>
              </a:xfrm>
              <a:prstGeom prst="rect">
                <a:avLst/>
              </a:prstGeom>
            </p:spPr>
          </p:pic>
          <p:pic>
            <p:nvPicPr>
              <p:cNvPr id="220" name="그림 219">
                <a:extLst>
                  <a:ext uri="{FF2B5EF4-FFF2-40B4-BE49-F238E27FC236}">
                    <a16:creationId xmlns:a16="http://schemas.microsoft.com/office/drawing/2014/main" id="{D6904660-A634-416C-9EE3-5FCBA8BC11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77607" y="9058709"/>
                <a:ext cx="632168" cy="108620"/>
              </a:xfrm>
              <a:prstGeom prst="rect">
                <a:avLst/>
              </a:prstGeom>
            </p:spPr>
          </p:pic>
          <p:pic>
            <p:nvPicPr>
              <p:cNvPr id="221" name="그림 220">
                <a:extLst>
                  <a:ext uri="{FF2B5EF4-FFF2-40B4-BE49-F238E27FC236}">
                    <a16:creationId xmlns:a16="http://schemas.microsoft.com/office/drawing/2014/main" id="{ADCB0FDB-148A-4716-923C-F8D0582ED1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4323" y="9069868"/>
                <a:ext cx="616706" cy="89064"/>
              </a:xfrm>
              <a:prstGeom prst="rect">
                <a:avLst/>
              </a:prstGeom>
            </p:spPr>
          </p:pic>
          <p:pic>
            <p:nvPicPr>
              <p:cNvPr id="222" name="그림 221">
                <a:extLst>
                  <a:ext uri="{FF2B5EF4-FFF2-40B4-BE49-F238E27FC236}">
                    <a16:creationId xmlns:a16="http://schemas.microsoft.com/office/drawing/2014/main" id="{562E4FE4-BDC5-4135-942C-EF76A6962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8025" y="8775158"/>
                <a:ext cx="340489" cy="282047"/>
              </a:xfrm>
              <a:prstGeom prst="rect">
                <a:avLst/>
              </a:prstGeom>
            </p:spPr>
          </p:pic>
          <p:pic>
            <p:nvPicPr>
              <p:cNvPr id="223" name="그림 222">
                <a:extLst>
                  <a:ext uri="{FF2B5EF4-FFF2-40B4-BE49-F238E27FC236}">
                    <a16:creationId xmlns:a16="http://schemas.microsoft.com/office/drawing/2014/main" id="{0940C5A6-261F-46CC-B659-A157B9DDBE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1678" y="8777837"/>
                <a:ext cx="680024" cy="195582"/>
              </a:xfrm>
              <a:prstGeom prst="rect">
                <a:avLst/>
              </a:prstGeom>
            </p:spPr>
          </p:pic>
          <p:pic>
            <p:nvPicPr>
              <p:cNvPr id="225" name="그림 224">
                <a:extLst>
                  <a:ext uri="{FF2B5EF4-FFF2-40B4-BE49-F238E27FC236}">
                    <a16:creationId xmlns:a16="http://schemas.microsoft.com/office/drawing/2014/main" id="{55BC908C-4AFA-47A3-B683-3EBDF3A6C2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68200" y="8765337"/>
                <a:ext cx="620465" cy="224168"/>
              </a:xfrm>
              <a:prstGeom prst="rect">
                <a:avLst/>
              </a:prstGeom>
            </p:spPr>
          </p:pic>
          <p:pic>
            <p:nvPicPr>
              <p:cNvPr id="227" name="그림 226">
                <a:extLst>
                  <a:ext uri="{FF2B5EF4-FFF2-40B4-BE49-F238E27FC236}">
                    <a16:creationId xmlns:a16="http://schemas.microsoft.com/office/drawing/2014/main" id="{680103D8-2674-4DBD-94CB-7B890620BF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60248" y="8524020"/>
                <a:ext cx="451849" cy="188018"/>
              </a:xfrm>
              <a:prstGeom prst="rect">
                <a:avLst/>
              </a:prstGeom>
            </p:spPr>
          </p:pic>
          <p:pic>
            <p:nvPicPr>
              <p:cNvPr id="228" name="그림 227">
                <a:extLst>
                  <a:ext uri="{FF2B5EF4-FFF2-40B4-BE49-F238E27FC236}">
                    <a16:creationId xmlns:a16="http://schemas.microsoft.com/office/drawing/2014/main" id="{E32C7094-A4DA-4AEB-A97E-93CC888E4B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9768" y="8753363"/>
                <a:ext cx="645817" cy="208231"/>
              </a:xfrm>
              <a:prstGeom prst="rect">
                <a:avLst/>
              </a:prstGeom>
            </p:spPr>
          </p:pic>
          <p:pic>
            <p:nvPicPr>
              <p:cNvPr id="233" name="그림 232">
                <a:extLst>
                  <a:ext uri="{FF2B5EF4-FFF2-40B4-BE49-F238E27FC236}">
                    <a16:creationId xmlns:a16="http://schemas.microsoft.com/office/drawing/2014/main" id="{0CA34577-FD61-49AB-AA53-D48B3FA70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77607" y="8525022"/>
                <a:ext cx="588167" cy="192733"/>
              </a:xfrm>
              <a:prstGeom prst="rect">
                <a:avLst/>
              </a:prstGeom>
            </p:spPr>
          </p:pic>
          <p:pic>
            <p:nvPicPr>
              <p:cNvPr id="234" name="그림 233">
                <a:extLst>
                  <a:ext uri="{FF2B5EF4-FFF2-40B4-BE49-F238E27FC236}">
                    <a16:creationId xmlns:a16="http://schemas.microsoft.com/office/drawing/2014/main" id="{7B9A6D5D-7A8B-414E-B0F5-E7494D0C4A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6848" y="8531411"/>
                <a:ext cx="564168" cy="199304"/>
              </a:xfrm>
              <a:prstGeom prst="rect">
                <a:avLst/>
              </a:prstGeom>
            </p:spPr>
          </p:pic>
          <p:pic>
            <p:nvPicPr>
              <p:cNvPr id="236" name="그림 235">
                <a:extLst>
                  <a:ext uri="{FF2B5EF4-FFF2-40B4-BE49-F238E27FC236}">
                    <a16:creationId xmlns:a16="http://schemas.microsoft.com/office/drawing/2014/main" id="{C479E01D-802F-48A1-A5C9-8A8DE910D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0958" y="8533461"/>
                <a:ext cx="654626" cy="162826"/>
              </a:xfrm>
              <a:prstGeom prst="rect">
                <a:avLst/>
              </a:prstGeom>
            </p:spPr>
          </p:pic>
        </p:grpSp>
        <p:pic>
          <p:nvPicPr>
            <p:cNvPr id="257" name="그림 256">
              <a:extLst>
                <a:ext uri="{FF2B5EF4-FFF2-40B4-BE49-F238E27FC236}">
                  <a16:creationId xmlns:a16="http://schemas.microsoft.com/office/drawing/2014/main" id="{A91E81D7-82F1-42C9-A12D-57916EE11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1825" y="6578573"/>
              <a:ext cx="883753" cy="140226"/>
            </a:xfrm>
            <a:prstGeom prst="rect">
              <a:avLst/>
            </a:prstGeom>
          </p:spPr>
        </p:pic>
        <p:pic>
          <p:nvPicPr>
            <p:cNvPr id="258" name="그림 257">
              <a:extLst>
                <a:ext uri="{FF2B5EF4-FFF2-40B4-BE49-F238E27FC236}">
                  <a16:creationId xmlns:a16="http://schemas.microsoft.com/office/drawing/2014/main" id="{CC842355-4520-4EBF-8F7E-3A202ADCA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6433" y="6578410"/>
              <a:ext cx="802828" cy="170384"/>
            </a:xfrm>
            <a:prstGeom prst="rect">
              <a:avLst/>
            </a:prstGeom>
          </p:spPr>
        </p:pic>
        <p:pic>
          <p:nvPicPr>
            <p:cNvPr id="260" name="그림 259">
              <a:extLst>
                <a:ext uri="{FF2B5EF4-FFF2-40B4-BE49-F238E27FC236}">
                  <a16:creationId xmlns:a16="http://schemas.microsoft.com/office/drawing/2014/main" id="{8BFDF822-B000-4E25-9C7C-328FD4752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4091" y="6578410"/>
              <a:ext cx="521388" cy="135523"/>
            </a:xfrm>
            <a:prstGeom prst="rect">
              <a:avLst/>
            </a:prstGeom>
          </p:spPr>
        </p:pic>
        <p:pic>
          <p:nvPicPr>
            <p:cNvPr id="261" name="그림 260">
              <a:extLst>
                <a:ext uri="{FF2B5EF4-FFF2-40B4-BE49-F238E27FC236}">
                  <a16:creationId xmlns:a16="http://schemas.microsoft.com/office/drawing/2014/main" id="{38C64B42-C1BC-4E8E-B2C3-D12F7514A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5861" y="6573707"/>
              <a:ext cx="784257" cy="172363"/>
            </a:xfrm>
            <a:prstGeom prst="rect">
              <a:avLst/>
            </a:prstGeom>
          </p:spPr>
        </p:pic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D844A332-C5B4-4A5E-9C0D-92AD198D6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0102" y="6829218"/>
              <a:ext cx="701919" cy="219934"/>
            </a:xfrm>
            <a:prstGeom prst="rect">
              <a:avLst/>
            </a:prstGeom>
          </p:spPr>
        </p:pic>
        <p:pic>
          <p:nvPicPr>
            <p:cNvPr id="254" name="그림 253">
              <a:extLst>
                <a:ext uri="{FF2B5EF4-FFF2-40B4-BE49-F238E27FC236}">
                  <a16:creationId xmlns:a16="http://schemas.microsoft.com/office/drawing/2014/main" id="{49A1EE0E-01DD-4BAD-A460-1C687FF9F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1982" y="6880398"/>
              <a:ext cx="641760" cy="222887"/>
            </a:xfrm>
            <a:prstGeom prst="rect">
              <a:avLst/>
            </a:prstGeom>
          </p:spPr>
        </p:pic>
        <p:pic>
          <p:nvPicPr>
            <p:cNvPr id="256" name="그림 255">
              <a:extLst>
                <a:ext uri="{FF2B5EF4-FFF2-40B4-BE49-F238E27FC236}">
                  <a16:creationId xmlns:a16="http://schemas.microsoft.com/office/drawing/2014/main" id="{91A5592D-C254-45E9-982F-A19BA5DD2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462" y="6819548"/>
              <a:ext cx="558674" cy="243232"/>
            </a:xfrm>
            <a:prstGeom prst="rect">
              <a:avLst/>
            </a:prstGeom>
          </p:spPr>
        </p:pic>
        <p:pic>
          <p:nvPicPr>
            <p:cNvPr id="247" name="그림 246">
              <a:extLst>
                <a:ext uri="{FF2B5EF4-FFF2-40B4-BE49-F238E27FC236}">
                  <a16:creationId xmlns:a16="http://schemas.microsoft.com/office/drawing/2014/main" id="{B111ADC6-B7D0-4279-9C58-C5EE69FAB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7495" y="6265816"/>
              <a:ext cx="537473" cy="126656"/>
            </a:xfrm>
            <a:prstGeom prst="rect">
              <a:avLst/>
            </a:prstGeom>
          </p:spPr>
        </p:pic>
        <p:pic>
          <p:nvPicPr>
            <p:cNvPr id="248" name="그림 247">
              <a:extLst>
                <a:ext uri="{FF2B5EF4-FFF2-40B4-BE49-F238E27FC236}">
                  <a16:creationId xmlns:a16="http://schemas.microsoft.com/office/drawing/2014/main" id="{26D8FA29-726D-4868-BB77-2612B0E8F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9390" y="6202724"/>
              <a:ext cx="568370" cy="218213"/>
            </a:xfrm>
            <a:prstGeom prst="rect">
              <a:avLst/>
            </a:prstGeom>
          </p:spPr>
        </p:pic>
        <p:pic>
          <p:nvPicPr>
            <p:cNvPr id="249" name="그림 248">
              <a:extLst>
                <a:ext uri="{FF2B5EF4-FFF2-40B4-BE49-F238E27FC236}">
                  <a16:creationId xmlns:a16="http://schemas.microsoft.com/office/drawing/2014/main" id="{719C3E97-0067-49D5-A649-3EFDCAE74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8830" y="6172597"/>
              <a:ext cx="320825" cy="275813"/>
            </a:xfrm>
            <a:prstGeom prst="rect">
              <a:avLst/>
            </a:prstGeom>
          </p:spPr>
        </p:pic>
        <p:pic>
          <p:nvPicPr>
            <p:cNvPr id="250" name="그림 249">
              <a:extLst>
                <a:ext uri="{FF2B5EF4-FFF2-40B4-BE49-F238E27FC236}">
                  <a16:creationId xmlns:a16="http://schemas.microsoft.com/office/drawing/2014/main" id="{588BB1D9-DC2C-441E-BC43-95A2AD76B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1455" y="6195455"/>
              <a:ext cx="604635" cy="242910"/>
            </a:xfrm>
            <a:prstGeom prst="rect">
              <a:avLst/>
            </a:prstGeom>
          </p:spPr>
        </p:pic>
        <p:pic>
          <p:nvPicPr>
            <p:cNvPr id="251" name="그림 250">
              <a:extLst>
                <a:ext uri="{FF2B5EF4-FFF2-40B4-BE49-F238E27FC236}">
                  <a16:creationId xmlns:a16="http://schemas.microsoft.com/office/drawing/2014/main" id="{2FCBE94F-F271-428F-9C0F-04E65F56F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1820" y="6175484"/>
              <a:ext cx="427398" cy="268776"/>
            </a:xfrm>
            <a:prstGeom prst="rect">
              <a:avLst/>
            </a:prstGeom>
          </p:spPr>
        </p:pic>
        <p:pic>
          <p:nvPicPr>
            <p:cNvPr id="242" name="그림 241">
              <a:extLst>
                <a:ext uri="{FF2B5EF4-FFF2-40B4-BE49-F238E27FC236}">
                  <a16:creationId xmlns:a16="http://schemas.microsoft.com/office/drawing/2014/main" id="{B31AB602-648E-48FE-92EB-51FF1B4E8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7947" y="5769188"/>
              <a:ext cx="573086" cy="373338"/>
            </a:xfrm>
            <a:prstGeom prst="rect">
              <a:avLst/>
            </a:prstGeom>
          </p:spPr>
        </p:pic>
        <p:pic>
          <p:nvPicPr>
            <p:cNvPr id="243" name="그림 242">
              <a:extLst>
                <a:ext uri="{FF2B5EF4-FFF2-40B4-BE49-F238E27FC236}">
                  <a16:creationId xmlns:a16="http://schemas.microsoft.com/office/drawing/2014/main" id="{2C328AE3-07F0-4F97-9938-F72C30E82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641" y="6912694"/>
              <a:ext cx="672771" cy="140272"/>
            </a:xfrm>
            <a:prstGeom prst="rect">
              <a:avLst/>
            </a:prstGeom>
          </p:spPr>
        </p:pic>
        <p:pic>
          <p:nvPicPr>
            <p:cNvPr id="244" name="그림 243">
              <a:extLst>
                <a:ext uri="{FF2B5EF4-FFF2-40B4-BE49-F238E27FC236}">
                  <a16:creationId xmlns:a16="http://schemas.microsoft.com/office/drawing/2014/main" id="{39CDB417-7BED-4A3C-B5A4-18F3218DA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533" y="5963703"/>
              <a:ext cx="811648" cy="138906"/>
            </a:xfrm>
            <a:prstGeom prst="rect">
              <a:avLst/>
            </a:prstGeom>
          </p:spPr>
        </p:pic>
        <p:pic>
          <p:nvPicPr>
            <p:cNvPr id="245" name="그림 244">
              <a:extLst>
                <a:ext uri="{FF2B5EF4-FFF2-40B4-BE49-F238E27FC236}">
                  <a16:creationId xmlns:a16="http://schemas.microsoft.com/office/drawing/2014/main" id="{14574590-B843-47D2-AFBE-58F57F511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923" y="5972140"/>
              <a:ext cx="409550" cy="105255"/>
            </a:xfrm>
            <a:prstGeom prst="rect">
              <a:avLst/>
            </a:prstGeom>
          </p:spPr>
        </p:pic>
        <p:pic>
          <p:nvPicPr>
            <p:cNvPr id="246" name="그림 245">
              <a:extLst>
                <a:ext uri="{FF2B5EF4-FFF2-40B4-BE49-F238E27FC236}">
                  <a16:creationId xmlns:a16="http://schemas.microsoft.com/office/drawing/2014/main" id="{1E871D2F-AF9A-460B-AD51-65FD43E7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0901" y="5939282"/>
              <a:ext cx="777688" cy="164369"/>
            </a:xfrm>
            <a:prstGeom prst="rect">
              <a:avLst/>
            </a:prstGeom>
          </p:spPr>
        </p:pic>
        <p:pic>
          <p:nvPicPr>
            <p:cNvPr id="264" name="그림 263">
              <a:extLst>
                <a:ext uri="{FF2B5EF4-FFF2-40B4-BE49-F238E27FC236}">
                  <a16:creationId xmlns:a16="http://schemas.microsoft.com/office/drawing/2014/main" id="{5F930691-ED62-4839-9B2A-48C00A3B0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3013" y="7167481"/>
              <a:ext cx="543174" cy="244375"/>
            </a:xfrm>
            <a:prstGeom prst="rect">
              <a:avLst/>
            </a:prstGeom>
          </p:spPr>
        </p:pic>
        <p:pic>
          <p:nvPicPr>
            <p:cNvPr id="267" name="그림 266">
              <a:extLst>
                <a:ext uri="{FF2B5EF4-FFF2-40B4-BE49-F238E27FC236}">
                  <a16:creationId xmlns:a16="http://schemas.microsoft.com/office/drawing/2014/main" id="{62D4B15B-F1F1-4882-AC49-33A62AC5D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071" y="7200819"/>
              <a:ext cx="793948" cy="252411"/>
            </a:xfrm>
            <a:prstGeom prst="rect">
              <a:avLst/>
            </a:prstGeom>
          </p:spPr>
        </p:pic>
        <p:pic>
          <p:nvPicPr>
            <p:cNvPr id="269" name="그림 268">
              <a:extLst>
                <a:ext uri="{FF2B5EF4-FFF2-40B4-BE49-F238E27FC236}">
                  <a16:creationId xmlns:a16="http://schemas.microsoft.com/office/drawing/2014/main" id="{8D4A52EB-6798-4A65-B6C0-F80BE84A7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11338" y="7203338"/>
              <a:ext cx="701773" cy="211493"/>
            </a:xfrm>
            <a:prstGeom prst="rect">
              <a:avLst/>
            </a:prstGeom>
          </p:spPr>
        </p:pic>
        <p:pic>
          <p:nvPicPr>
            <p:cNvPr id="272" name="그림 271">
              <a:extLst>
                <a:ext uri="{FF2B5EF4-FFF2-40B4-BE49-F238E27FC236}">
                  <a16:creationId xmlns:a16="http://schemas.microsoft.com/office/drawing/2014/main" id="{0CFF8EEE-F87A-463E-B795-7C0AC5928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09086" y="7214474"/>
              <a:ext cx="522752" cy="261376"/>
            </a:xfrm>
            <a:prstGeom prst="rect">
              <a:avLst/>
            </a:prstGeom>
          </p:spPr>
        </p:pic>
        <p:pic>
          <p:nvPicPr>
            <p:cNvPr id="273" name="그림 272">
              <a:extLst>
                <a:ext uri="{FF2B5EF4-FFF2-40B4-BE49-F238E27FC236}">
                  <a16:creationId xmlns:a16="http://schemas.microsoft.com/office/drawing/2014/main" id="{713EA573-EF5E-4D87-AB6A-2632C3902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0447" y="7242797"/>
              <a:ext cx="503786" cy="132575"/>
            </a:xfrm>
            <a:prstGeom prst="rect">
              <a:avLst/>
            </a:prstGeom>
          </p:spPr>
        </p:pic>
        <p:pic>
          <p:nvPicPr>
            <p:cNvPr id="274" name="그림 273">
              <a:extLst>
                <a:ext uri="{FF2B5EF4-FFF2-40B4-BE49-F238E27FC236}">
                  <a16:creationId xmlns:a16="http://schemas.microsoft.com/office/drawing/2014/main" id="{59B22A2A-5D69-4798-A712-ED1B9BF7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0922" y="7244462"/>
              <a:ext cx="773872" cy="158620"/>
            </a:xfrm>
            <a:prstGeom prst="rect">
              <a:avLst/>
            </a:prstGeom>
          </p:spPr>
        </p:pic>
        <p:pic>
          <p:nvPicPr>
            <p:cNvPr id="275" name="그림 274">
              <a:extLst>
                <a:ext uri="{FF2B5EF4-FFF2-40B4-BE49-F238E27FC236}">
                  <a16:creationId xmlns:a16="http://schemas.microsoft.com/office/drawing/2014/main" id="{E4FC97CB-C260-4807-8ABA-36C9420D6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4633" y="7231090"/>
              <a:ext cx="637192" cy="189892"/>
            </a:xfrm>
            <a:prstGeom prst="rect">
              <a:avLst/>
            </a:prstGeom>
          </p:spPr>
        </p:pic>
        <p:pic>
          <p:nvPicPr>
            <p:cNvPr id="276" name="그림 275">
              <a:extLst>
                <a:ext uri="{FF2B5EF4-FFF2-40B4-BE49-F238E27FC236}">
                  <a16:creationId xmlns:a16="http://schemas.microsoft.com/office/drawing/2014/main" id="{1213A922-8B28-4F27-8F6B-24336DF20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3898" y="7244462"/>
              <a:ext cx="543153" cy="187460"/>
            </a:xfrm>
            <a:prstGeom prst="rect">
              <a:avLst/>
            </a:prstGeom>
          </p:spPr>
        </p:pic>
        <p:pic>
          <p:nvPicPr>
            <p:cNvPr id="278" name="그림 277">
              <a:extLst>
                <a:ext uri="{FF2B5EF4-FFF2-40B4-BE49-F238E27FC236}">
                  <a16:creationId xmlns:a16="http://schemas.microsoft.com/office/drawing/2014/main" id="{E0B08531-FC6E-4005-97E8-34928DCA6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5406" y="6888121"/>
              <a:ext cx="683810" cy="208116"/>
            </a:xfrm>
            <a:prstGeom prst="rect">
              <a:avLst/>
            </a:prstGeom>
          </p:spPr>
        </p:pic>
        <p:pic>
          <p:nvPicPr>
            <p:cNvPr id="279" name="그림 278">
              <a:extLst>
                <a:ext uri="{FF2B5EF4-FFF2-40B4-BE49-F238E27FC236}">
                  <a16:creationId xmlns:a16="http://schemas.microsoft.com/office/drawing/2014/main" id="{125BA466-C6F5-40D3-837D-D3FA6794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5915" y="6881623"/>
              <a:ext cx="519120" cy="221106"/>
            </a:xfrm>
            <a:prstGeom prst="rect">
              <a:avLst/>
            </a:prstGeom>
          </p:spPr>
        </p:pic>
        <p:pic>
          <p:nvPicPr>
            <p:cNvPr id="280" name="그림 279">
              <a:extLst>
                <a:ext uri="{FF2B5EF4-FFF2-40B4-BE49-F238E27FC236}">
                  <a16:creationId xmlns:a16="http://schemas.microsoft.com/office/drawing/2014/main" id="{3F900A65-671A-44FD-A045-DB9BDC04B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2402" y="6888120"/>
              <a:ext cx="547959" cy="197073"/>
            </a:xfrm>
            <a:prstGeom prst="rect">
              <a:avLst/>
            </a:prstGeom>
          </p:spPr>
        </p:pic>
        <p:pic>
          <p:nvPicPr>
            <p:cNvPr id="281" name="그림 280">
              <a:extLst>
                <a:ext uri="{FF2B5EF4-FFF2-40B4-BE49-F238E27FC236}">
                  <a16:creationId xmlns:a16="http://schemas.microsoft.com/office/drawing/2014/main" id="{F730E3E3-6D54-4A52-9706-632B55883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897" y="6837361"/>
              <a:ext cx="817133" cy="288400"/>
            </a:xfrm>
            <a:prstGeom prst="rect">
              <a:avLst/>
            </a:prstGeom>
          </p:spPr>
        </p:pic>
      </p:grpSp>
      <p:graphicFrame>
        <p:nvGraphicFramePr>
          <p:cNvPr id="285" name="표 284">
            <a:extLst>
              <a:ext uri="{FF2B5EF4-FFF2-40B4-BE49-F238E27FC236}">
                <a16:creationId xmlns:a16="http://schemas.microsoft.com/office/drawing/2014/main" id="{6367549E-D268-4914-B605-520B51902712}"/>
              </a:ext>
            </a:extLst>
          </p:cNvPr>
          <p:cNvGraphicFramePr>
            <a:graphicFrameLocks noGrp="1"/>
          </p:cNvGraphicFramePr>
          <p:nvPr/>
        </p:nvGraphicFramePr>
        <p:xfrm>
          <a:off x="621872" y="7983346"/>
          <a:ext cx="5614257" cy="1395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Address</a:t>
                      </a:r>
                    </a:p>
                  </a:txBody>
                  <a:tcPr marL="91417" marR="91417" marT="45729" marB="45729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경기 용인시 </a:t>
                      </a:r>
                      <a:r>
                        <a:rPr lang="ko-KR" altLang="en-US" sz="10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기흥구</a:t>
                      </a: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탑실로</a:t>
                      </a: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152 </a:t>
                      </a:r>
                      <a:r>
                        <a:rPr lang="ko-KR" altLang="en-US" sz="10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대주피오레</a:t>
                      </a: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단지</a:t>
                      </a:r>
                    </a:p>
                  </a:txBody>
                  <a:tcPr marL="91417" marR="91417" marT="45729" marB="457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Communication</a:t>
                      </a:r>
                      <a:endParaRPr lang="ko-KR" altLang="en-US" sz="1000" b="1" kern="12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1417" marR="91417" marT="45729" marB="45729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031 ) 284 2566    </a:t>
                      </a:r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17" marR="91417" marT="45729" marB="457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Web</a:t>
                      </a:r>
                    </a:p>
                  </a:txBody>
                  <a:tcPr marL="91417" marR="91417" marT="45729" marB="45729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http://www.cmkimage.co.kr</a:t>
                      </a:r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17" marR="91417" marT="45729" marB="457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Shop</a:t>
                      </a:r>
                    </a:p>
                  </a:txBody>
                  <a:tcPr marL="91417" marR="91417" marT="45729" marB="45729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http://www.cmkstyle.co.kr</a:t>
                      </a:r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17" marR="91417" marT="45729" marB="457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Facebook</a:t>
                      </a:r>
                      <a:endParaRPr lang="ko-KR" altLang="en-US" sz="1000" b="1" kern="1200" spc="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91417" marR="91417" marT="45729" marB="45729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1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Facebook.com/</a:t>
                      </a:r>
                      <a:r>
                        <a:rPr lang="en-US" altLang="ko-KR" sz="1000" b="1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lt"/>
                          <a:ea typeface="맑은 고딕" panose="020B0503020000020004" pitchFamily="50" charset="-127"/>
                          <a:cs typeface="+mn-cs"/>
                        </a:rPr>
                        <a:t>cmkimage</a:t>
                      </a:r>
                      <a:endParaRPr lang="ko-KR" altLang="en-US" sz="1000" b="1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1417" marR="91417" marT="45729" marB="457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19" name="그룹 318">
            <a:extLst>
              <a:ext uri="{FF2B5EF4-FFF2-40B4-BE49-F238E27FC236}">
                <a16:creationId xmlns:a16="http://schemas.microsoft.com/office/drawing/2014/main" id="{0124E4AA-8700-49FB-8A8A-972202C144D1}"/>
              </a:ext>
            </a:extLst>
          </p:cNvPr>
          <p:cNvGrpSpPr/>
          <p:nvPr/>
        </p:nvGrpSpPr>
        <p:grpSpPr>
          <a:xfrm>
            <a:off x="1169971" y="2256842"/>
            <a:ext cx="4518059" cy="1151825"/>
            <a:chOff x="895089" y="3042303"/>
            <a:chExt cx="4969865" cy="1267007"/>
          </a:xfrm>
        </p:grpSpPr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98D3CE93-5C43-4EDF-9031-E2FD4469D410}"/>
                </a:ext>
              </a:extLst>
            </p:cNvPr>
            <p:cNvSpPr/>
            <p:nvPr/>
          </p:nvSpPr>
          <p:spPr>
            <a:xfrm>
              <a:off x="4612306" y="3042303"/>
              <a:ext cx="1252648" cy="125264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2650E2E3-C379-41FD-9765-C739476DD794}"/>
                </a:ext>
              </a:extLst>
            </p:cNvPr>
            <p:cNvSpPr/>
            <p:nvPr/>
          </p:nvSpPr>
          <p:spPr>
            <a:xfrm>
              <a:off x="3359657" y="3056662"/>
              <a:ext cx="1252649" cy="125264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96A020AB-ACDD-4D29-A360-AAFF5EB81129}"/>
                </a:ext>
              </a:extLst>
            </p:cNvPr>
            <p:cNvSpPr/>
            <p:nvPr/>
          </p:nvSpPr>
          <p:spPr>
            <a:xfrm>
              <a:off x="4554923" y="3559844"/>
              <a:ext cx="246284" cy="246284"/>
            </a:xfrm>
            <a:prstGeom prst="ellipse">
              <a:avLst/>
            </a:prstGeom>
            <a:solidFill>
              <a:srgbClr val="553A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맑은 고딕" pitchFamily="50" charset="-127"/>
                <a:cs typeface="+mn-cs"/>
              </a:endParaRPr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4D1B454D-7974-4C45-BDED-8CCC4EC31C7B}"/>
                </a:ext>
              </a:extLst>
            </p:cNvPr>
            <p:cNvSpPr/>
            <p:nvPr/>
          </p:nvSpPr>
          <p:spPr>
            <a:xfrm>
              <a:off x="2123429" y="3042303"/>
              <a:ext cx="1252649" cy="125264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06EED90A-750B-4B7C-9DD6-CD88F20E6B97}"/>
                </a:ext>
              </a:extLst>
            </p:cNvPr>
            <p:cNvSpPr/>
            <p:nvPr/>
          </p:nvSpPr>
          <p:spPr>
            <a:xfrm>
              <a:off x="3225541" y="3545485"/>
              <a:ext cx="246284" cy="246284"/>
            </a:xfrm>
            <a:prstGeom prst="ellipse">
              <a:avLst/>
            </a:prstGeom>
            <a:solidFill>
              <a:srgbClr val="7F57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맑은 고딕" pitchFamily="50" charset="-127"/>
                <a:cs typeface="+mn-cs"/>
              </a:endParaRPr>
            </a:p>
          </p:txBody>
        </p: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D1244935-49A9-4FED-AD45-76C1C66BF1B9}"/>
                </a:ext>
              </a:extLst>
            </p:cNvPr>
            <p:cNvSpPr/>
            <p:nvPr/>
          </p:nvSpPr>
          <p:spPr>
            <a:xfrm>
              <a:off x="895089" y="3042303"/>
              <a:ext cx="1252648" cy="1252648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613D8306-C716-442A-B288-74E5B3C7E75E}"/>
                </a:ext>
              </a:extLst>
            </p:cNvPr>
            <p:cNvSpPr/>
            <p:nvPr/>
          </p:nvSpPr>
          <p:spPr>
            <a:xfrm>
              <a:off x="2039890" y="3545485"/>
              <a:ext cx="246283" cy="246284"/>
            </a:xfrm>
            <a:prstGeom prst="ellipse">
              <a:avLst/>
            </a:prstGeom>
            <a:solidFill>
              <a:srgbClr val="98687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1" i="0" u="none" strike="noStrike" kern="120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맑은 고딕" pitchFamily="50" charset="-127"/>
                <a:cs typeface="+mn-cs"/>
              </a:endParaRPr>
            </a:p>
          </p:txBody>
        </p:sp>
        <p:grpSp>
          <p:nvGrpSpPr>
            <p:cNvPr id="318" name="그룹 317">
              <a:extLst>
                <a:ext uri="{FF2B5EF4-FFF2-40B4-BE49-F238E27FC236}">
                  <a16:creationId xmlns:a16="http://schemas.microsoft.com/office/drawing/2014/main" id="{0224242B-0264-4BDF-8D6B-F72160A07677}"/>
                </a:ext>
              </a:extLst>
            </p:cNvPr>
            <p:cNvGrpSpPr/>
            <p:nvPr/>
          </p:nvGrpSpPr>
          <p:grpSpPr>
            <a:xfrm>
              <a:off x="1090655" y="3287507"/>
              <a:ext cx="882663" cy="862699"/>
              <a:chOff x="1090655" y="3287507"/>
              <a:chExt cx="882663" cy="862699"/>
            </a:xfrm>
          </p:grpSpPr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4B20ED59-AB94-45D3-B129-84755ADBFCD5}"/>
                  </a:ext>
                </a:extLst>
              </p:cNvPr>
              <p:cNvSpPr/>
              <p:nvPr/>
            </p:nvSpPr>
            <p:spPr>
              <a:xfrm>
                <a:off x="1090655" y="3790206"/>
                <a:ext cx="882663" cy="36000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집체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강의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89" name="그룹 288">
                <a:extLst>
                  <a:ext uri="{FF2B5EF4-FFF2-40B4-BE49-F238E27FC236}">
                    <a16:creationId xmlns:a16="http://schemas.microsoft.com/office/drawing/2014/main" id="{6EC80644-5BD9-4B68-BC37-6544CE796882}"/>
                  </a:ext>
                </a:extLst>
              </p:cNvPr>
              <p:cNvGrpSpPr/>
              <p:nvPr/>
            </p:nvGrpSpPr>
            <p:grpSpPr>
              <a:xfrm>
                <a:off x="1369059" y="3287507"/>
                <a:ext cx="325855" cy="447310"/>
                <a:chOff x="1793875" y="3757613"/>
                <a:chExt cx="698500" cy="958850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290" name="Freeform 283">
                  <a:extLst>
                    <a:ext uri="{FF2B5EF4-FFF2-40B4-BE49-F238E27FC236}">
                      <a16:creationId xmlns:a16="http://schemas.microsoft.com/office/drawing/2014/main" id="{59A69362-B128-4AF4-B5DD-186E31672C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6125" y="3786188"/>
                  <a:ext cx="80962" cy="312737"/>
                </a:xfrm>
                <a:custGeom>
                  <a:avLst/>
                  <a:gdLst>
                    <a:gd name="T0" fmla="*/ 14 w 76"/>
                    <a:gd name="T1" fmla="*/ 294 h 294"/>
                    <a:gd name="T2" fmla="*/ 0 w 76"/>
                    <a:gd name="T3" fmla="*/ 280 h 294"/>
                    <a:gd name="T4" fmla="*/ 0 w 76"/>
                    <a:gd name="T5" fmla="*/ 216 h 294"/>
                    <a:gd name="T6" fmla="*/ 20 w 76"/>
                    <a:gd name="T7" fmla="*/ 181 h 294"/>
                    <a:gd name="T8" fmla="*/ 38 w 76"/>
                    <a:gd name="T9" fmla="*/ 171 h 294"/>
                    <a:gd name="T10" fmla="*/ 4 w 76"/>
                    <a:gd name="T11" fmla="*/ 89 h 294"/>
                    <a:gd name="T12" fmla="*/ 40 w 76"/>
                    <a:gd name="T13" fmla="*/ 5 h 294"/>
                    <a:gd name="T14" fmla="*/ 60 w 76"/>
                    <a:gd name="T15" fmla="*/ 6 h 294"/>
                    <a:gd name="T16" fmla="*/ 59 w 76"/>
                    <a:gd name="T17" fmla="*/ 25 h 294"/>
                    <a:gd name="T18" fmla="*/ 32 w 76"/>
                    <a:gd name="T19" fmla="*/ 89 h 294"/>
                    <a:gd name="T20" fmla="*/ 70 w 76"/>
                    <a:gd name="T21" fmla="*/ 161 h 294"/>
                    <a:gd name="T22" fmla="*/ 76 w 76"/>
                    <a:gd name="T23" fmla="*/ 173 h 294"/>
                    <a:gd name="T24" fmla="*/ 69 w 76"/>
                    <a:gd name="T25" fmla="*/ 185 h 294"/>
                    <a:gd name="T26" fmla="*/ 34 w 76"/>
                    <a:gd name="T27" fmla="*/ 205 h 294"/>
                    <a:gd name="T28" fmla="*/ 28 w 76"/>
                    <a:gd name="T29" fmla="*/ 216 h 294"/>
                    <a:gd name="T30" fmla="*/ 28 w 76"/>
                    <a:gd name="T31" fmla="*/ 280 h 294"/>
                    <a:gd name="T32" fmla="*/ 14 w 76"/>
                    <a:gd name="T33" fmla="*/ 294 h 2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76" h="294">
                      <a:moveTo>
                        <a:pt x="14" y="294"/>
                      </a:moveTo>
                      <a:cubicBezTo>
                        <a:pt x="6" y="294"/>
                        <a:pt x="0" y="287"/>
                        <a:pt x="0" y="280"/>
                      </a:cubicBezTo>
                      <a:cubicBezTo>
                        <a:pt x="0" y="216"/>
                        <a:pt x="0" y="216"/>
                        <a:pt x="0" y="216"/>
                      </a:cubicBezTo>
                      <a:cubicBezTo>
                        <a:pt x="0" y="202"/>
                        <a:pt x="8" y="188"/>
                        <a:pt x="20" y="181"/>
                      </a:cubicBezTo>
                      <a:cubicBezTo>
                        <a:pt x="38" y="171"/>
                        <a:pt x="38" y="171"/>
                        <a:pt x="38" y="171"/>
                      </a:cubicBezTo>
                      <a:cubicBezTo>
                        <a:pt x="16" y="149"/>
                        <a:pt x="4" y="120"/>
                        <a:pt x="4" y="89"/>
                      </a:cubicBezTo>
                      <a:cubicBezTo>
                        <a:pt x="4" y="57"/>
                        <a:pt x="17" y="27"/>
                        <a:pt x="40" y="5"/>
                      </a:cubicBezTo>
                      <a:cubicBezTo>
                        <a:pt x="46" y="0"/>
                        <a:pt x="54" y="0"/>
                        <a:pt x="60" y="6"/>
                      </a:cubicBezTo>
                      <a:cubicBezTo>
                        <a:pt x="65" y="11"/>
                        <a:pt x="65" y="20"/>
                        <a:pt x="59" y="25"/>
                      </a:cubicBezTo>
                      <a:cubicBezTo>
                        <a:pt x="41" y="42"/>
                        <a:pt x="32" y="65"/>
                        <a:pt x="32" y="89"/>
                      </a:cubicBezTo>
                      <a:cubicBezTo>
                        <a:pt x="32" y="118"/>
                        <a:pt x="46" y="145"/>
                        <a:pt x="70" y="161"/>
                      </a:cubicBezTo>
                      <a:cubicBezTo>
                        <a:pt x="74" y="164"/>
                        <a:pt x="76" y="169"/>
                        <a:pt x="76" y="173"/>
                      </a:cubicBezTo>
                      <a:cubicBezTo>
                        <a:pt x="76" y="178"/>
                        <a:pt x="73" y="183"/>
                        <a:pt x="69" y="185"/>
                      </a:cubicBezTo>
                      <a:cubicBezTo>
                        <a:pt x="34" y="205"/>
                        <a:pt x="34" y="205"/>
                        <a:pt x="34" y="205"/>
                      </a:cubicBezTo>
                      <a:cubicBezTo>
                        <a:pt x="30" y="208"/>
                        <a:pt x="28" y="212"/>
                        <a:pt x="28" y="216"/>
                      </a:cubicBezTo>
                      <a:cubicBezTo>
                        <a:pt x="28" y="280"/>
                        <a:pt x="28" y="280"/>
                        <a:pt x="28" y="280"/>
                      </a:cubicBezTo>
                      <a:cubicBezTo>
                        <a:pt x="28" y="287"/>
                        <a:pt x="22" y="294"/>
                        <a:pt x="14" y="294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91" name="Freeform 284">
                  <a:extLst>
                    <a:ext uri="{FF2B5EF4-FFF2-40B4-BE49-F238E27FC236}">
                      <a16:creationId xmlns:a16="http://schemas.microsoft.com/office/drawing/2014/main" id="{951466E3-6401-45A3-80DF-EBEF968860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975" y="3757613"/>
                  <a:ext cx="182562" cy="344487"/>
                </a:xfrm>
                <a:custGeom>
                  <a:avLst/>
                  <a:gdLst>
                    <a:gd name="T0" fmla="*/ 157 w 171"/>
                    <a:gd name="T1" fmla="*/ 322 h 322"/>
                    <a:gd name="T2" fmla="*/ 143 w 171"/>
                    <a:gd name="T3" fmla="*/ 308 h 322"/>
                    <a:gd name="T4" fmla="*/ 143 w 171"/>
                    <a:gd name="T5" fmla="*/ 242 h 322"/>
                    <a:gd name="T6" fmla="*/ 137 w 171"/>
                    <a:gd name="T7" fmla="*/ 231 h 322"/>
                    <a:gd name="T8" fmla="*/ 102 w 171"/>
                    <a:gd name="T9" fmla="*/ 211 h 322"/>
                    <a:gd name="T10" fmla="*/ 95 w 171"/>
                    <a:gd name="T11" fmla="*/ 199 h 322"/>
                    <a:gd name="T12" fmla="*/ 101 w 171"/>
                    <a:gd name="T13" fmla="*/ 187 h 322"/>
                    <a:gd name="T14" fmla="*/ 140 w 171"/>
                    <a:gd name="T15" fmla="*/ 115 h 322"/>
                    <a:gd name="T16" fmla="*/ 53 w 171"/>
                    <a:gd name="T17" fmla="*/ 28 h 322"/>
                    <a:gd name="T18" fmla="*/ 21 w 171"/>
                    <a:gd name="T19" fmla="*/ 34 h 322"/>
                    <a:gd name="T20" fmla="*/ 3 w 171"/>
                    <a:gd name="T21" fmla="*/ 26 h 322"/>
                    <a:gd name="T22" fmla="*/ 11 w 171"/>
                    <a:gd name="T23" fmla="*/ 8 h 322"/>
                    <a:gd name="T24" fmla="*/ 53 w 171"/>
                    <a:gd name="T25" fmla="*/ 0 h 322"/>
                    <a:gd name="T26" fmla="*/ 168 w 171"/>
                    <a:gd name="T27" fmla="*/ 115 h 322"/>
                    <a:gd name="T28" fmla="*/ 134 w 171"/>
                    <a:gd name="T29" fmla="*/ 197 h 322"/>
                    <a:gd name="T30" fmla="*/ 151 w 171"/>
                    <a:gd name="T31" fmla="*/ 207 h 322"/>
                    <a:gd name="T32" fmla="*/ 171 w 171"/>
                    <a:gd name="T33" fmla="*/ 242 h 322"/>
                    <a:gd name="T34" fmla="*/ 171 w 171"/>
                    <a:gd name="T35" fmla="*/ 308 h 322"/>
                    <a:gd name="T36" fmla="*/ 157 w 171"/>
                    <a:gd name="T37" fmla="*/ 322 h 3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71" h="322">
                      <a:moveTo>
                        <a:pt x="157" y="322"/>
                      </a:moveTo>
                      <a:cubicBezTo>
                        <a:pt x="150" y="322"/>
                        <a:pt x="143" y="315"/>
                        <a:pt x="143" y="308"/>
                      </a:cubicBezTo>
                      <a:cubicBezTo>
                        <a:pt x="143" y="242"/>
                        <a:pt x="143" y="242"/>
                        <a:pt x="143" y="242"/>
                      </a:cubicBezTo>
                      <a:cubicBezTo>
                        <a:pt x="143" y="238"/>
                        <a:pt x="141" y="234"/>
                        <a:pt x="137" y="231"/>
                      </a:cubicBezTo>
                      <a:cubicBezTo>
                        <a:pt x="102" y="211"/>
                        <a:pt x="102" y="211"/>
                        <a:pt x="102" y="211"/>
                      </a:cubicBezTo>
                      <a:cubicBezTo>
                        <a:pt x="98" y="209"/>
                        <a:pt x="95" y="204"/>
                        <a:pt x="95" y="199"/>
                      </a:cubicBezTo>
                      <a:cubicBezTo>
                        <a:pt x="95" y="195"/>
                        <a:pt x="97" y="190"/>
                        <a:pt x="101" y="187"/>
                      </a:cubicBezTo>
                      <a:cubicBezTo>
                        <a:pt x="125" y="171"/>
                        <a:pt x="140" y="144"/>
                        <a:pt x="140" y="115"/>
                      </a:cubicBezTo>
                      <a:cubicBezTo>
                        <a:pt x="140" y="67"/>
                        <a:pt x="101" y="28"/>
                        <a:pt x="53" y="28"/>
                      </a:cubicBezTo>
                      <a:cubicBezTo>
                        <a:pt x="42" y="28"/>
                        <a:pt x="31" y="30"/>
                        <a:pt x="21" y="34"/>
                      </a:cubicBezTo>
                      <a:cubicBezTo>
                        <a:pt x="14" y="37"/>
                        <a:pt x="6" y="33"/>
                        <a:pt x="3" y="26"/>
                      </a:cubicBezTo>
                      <a:cubicBezTo>
                        <a:pt x="0" y="19"/>
                        <a:pt x="4" y="10"/>
                        <a:pt x="11" y="8"/>
                      </a:cubicBezTo>
                      <a:cubicBezTo>
                        <a:pt x="24" y="2"/>
                        <a:pt x="38" y="0"/>
                        <a:pt x="53" y="0"/>
                      </a:cubicBezTo>
                      <a:cubicBezTo>
                        <a:pt x="116" y="0"/>
                        <a:pt x="168" y="51"/>
                        <a:pt x="168" y="115"/>
                      </a:cubicBezTo>
                      <a:cubicBezTo>
                        <a:pt x="168" y="146"/>
                        <a:pt x="155" y="175"/>
                        <a:pt x="134" y="197"/>
                      </a:cubicBezTo>
                      <a:cubicBezTo>
                        <a:pt x="151" y="207"/>
                        <a:pt x="151" y="207"/>
                        <a:pt x="151" y="207"/>
                      </a:cubicBezTo>
                      <a:cubicBezTo>
                        <a:pt x="164" y="214"/>
                        <a:pt x="171" y="228"/>
                        <a:pt x="171" y="242"/>
                      </a:cubicBezTo>
                      <a:cubicBezTo>
                        <a:pt x="171" y="308"/>
                        <a:pt x="171" y="308"/>
                        <a:pt x="171" y="308"/>
                      </a:cubicBezTo>
                      <a:cubicBezTo>
                        <a:pt x="171" y="315"/>
                        <a:pt x="165" y="322"/>
                        <a:pt x="157" y="322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92" name="Freeform 297">
                  <a:extLst>
                    <a:ext uri="{FF2B5EF4-FFF2-40B4-BE49-F238E27FC236}">
                      <a16:creationId xmlns:a16="http://schemas.microsoft.com/office/drawing/2014/main" id="{2F9A574A-718B-42B2-8792-1A916481A3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16113" y="4117975"/>
                  <a:ext cx="458787" cy="168275"/>
                </a:xfrm>
                <a:custGeom>
                  <a:avLst/>
                  <a:gdLst>
                    <a:gd name="T0" fmla="*/ 49 w 430"/>
                    <a:gd name="T1" fmla="*/ 158 h 158"/>
                    <a:gd name="T2" fmla="*/ 35 w 430"/>
                    <a:gd name="T3" fmla="*/ 144 h 158"/>
                    <a:gd name="T4" fmla="*/ 35 w 430"/>
                    <a:gd name="T5" fmla="*/ 113 h 158"/>
                    <a:gd name="T6" fmla="*/ 6 w 430"/>
                    <a:gd name="T7" fmla="*/ 93 h 158"/>
                    <a:gd name="T8" fmla="*/ 0 w 430"/>
                    <a:gd name="T9" fmla="*/ 81 h 158"/>
                    <a:gd name="T10" fmla="*/ 0 w 430"/>
                    <a:gd name="T11" fmla="*/ 14 h 158"/>
                    <a:gd name="T12" fmla="*/ 14 w 430"/>
                    <a:gd name="T13" fmla="*/ 0 h 158"/>
                    <a:gd name="T14" fmla="*/ 416 w 430"/>
                    <a:gd name="T15" fmla="*/ 0 h 158"/>
                    <a:gd name="T16" fmla="*/ 430 w 430"/>
                    <a:gd name="T17" fmla="*/ 14 h 158"/>
                    <a:gd name="T18" fmla="*/ 430 w 430"/>
                    <a:gd name="T19" fmla="*/ 81 h 158"/>
                    <a:gd name="T20" fmla="*/ 424 w 430"/>
                    <a:gd name="T21" fmla="*/ 93 h 158"/>
                    <a:gd name="T22" fmla="*/ 395 w 430"/>
                    <a:gd name="T23" fmla="*/ 113 h 158"/>
                    <a:gd name="T24" fmla="*/ 395 w 430"/>
                    <a:gd name="T25" fmla="*/ 135 h 158"/>
                    <a:gd name="T26" fmla="*/ 381 w 430"/>
                    <a:gd name="T27" fmla="*/ 149 h 158"/>
                    <a:gd name="T28" fmla="*/ 367 w 430"/>
                    <a:gd name="T29" fmla="*/ 135 h 158"/>
                    <a:gd name="T30" fmla="*/ 367 w 430"/>
                    <a:gd name="T31" fmla="*/ 106 h 158"/>
                    <a:gd name="T32" fmla="*/ 372 w 430"/>
                    <a:gd name="T33" fmla="*/ 95 h 158"/>
                    <a:gd name="T34" fmla="*/ 402 w 430"/>
                    <a:gd name="T35" fmla="*/ 74 h 158"/>
                    <a:gd name="T36" fmla="*/ 402 w 430"/>
                    <a:gd name="T37" fmla="*/ 28 h 158"/>
                    <a:gd name="T38" fmla="*/ 28 w 430"/>
                    <a:gd name="T39" fmla="*/ 28 h 158"/>
                    <a:gd name="T40" fmla="*/ 28 w 430"/>
                    <a:gd name="T41" fmla="*/ 74 h 158"/>
                    <a:gd name="T42" fmla="*/ 57 w 430"/>
                    <a:gd name="T43" fmla="*/ 95 h 158"/>
                    <a:gd name="T44" fmla="*/ 63 w 430"/>
                    <a:gd name="T45" fmla="*/ 106 h 158"/>
                    <a:gd name="T46" fmla="*/ 63 w 430"/>
                    <a:gd name="T47" fmla="*/ 144 h 158"/>
                    <a:gd name="T48" fmla="*/ 49 w 430"/>
                    <a:gd name="T49" fmla="*/ 158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430" h="158">
                      <a:moveTo>
                        <a:pt x="49" y="158"/>
                      </a:moveTo>
                      <a:cubicBezTo>
                        <a:pt x="41" y="158"/>
                        <a:pt x="35" y="151"/>
                        <a:pt x="35" y="144"/>
                      </a:cubicBezTo>
                      <a:cubicBezTo>
                        <a:pt x="35" y="113"/>
                        <a:pt x="35" y="113"/>
                        <a:pt x="35" y="113"/>
                      </a:cubicBezTo>
                      <a:cubicBezTo>
                        <a:pt x="6" y="93"/>
                        <a:pt x="6" y="93"/>
                        <a:pt x="6" y="93"/>
                      </a:cubicBezTo>
                      <a:cubicBezTo>
                        <a:pt x="2" y="90"/>
                        <a:pt x="0" y="86"/>
                        <a:pt x="0" y="81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6" y="0"/>
                        <a:pt x="14" y="0"/>
                      </a:cubicBezTo>
                      <a:cubicBezTo>
                        <a:pt x="416" y="0"/>
                        <a:pt x="416" y="0"/>
                        <a:pt x="416" y="0"/>
                      </a:cubicBezTo>
                      <a:cubicBezTo>
                        <a:pt x="424" y="0"/>
                        <a:pt x="430" y="6"/>
                        <a:pt x="430" y="14"/>
                      </a:cubicBezTo>
                      <a:cubicBezTo>
                        <a:pt x="430" y="81"/>
                        <a:pt x="430" y="81"/>
                        <a:pt x="430" y="81"/>
                      </a:cubicBezTo>
                      <a:cubicBezTo>
                        <a:pt x="430" y="86"/>
                        <a:pt x="428" y="90"/>
                        <a:pt x="424" y="93"/>
                      </a:cubicBezTo>
                      <a:cubicBezTo>
                        <a:pt x="395" y="113"/>
                        <a:pt x="395" y="113"/>
                        <a:pt x="395" y="113"/>
                      </a:cubicBezTo>
                      <a:cubicBezTo>
                        <a:pt x="395" y="135"/>
                        <a:pt x="395" y="135"/>
                        <a:pt x="395" y="135"/>
                      </a:cubicBezTo>
                      <a:cubicBezTo>
                        <a:pt x="395" y="143"/>
                        <a:pt x="388" y="149"/>
                        <a:pt x="381" y="149"/>
                      </a:cubicBezTo>
                      <a:cubicBezTo>
                        <a:pt x="373" y="149"/>
                        <a:pt x="367" y="143"/>
                        <a:pt x="367" y="135"/>
                      </a:cubicBezTo>
                      <a:cubicBezTo>
                        <a:pt x="367" y="106"/>
                        <a:pt x="367" y="106"/>
                        <a:pt x="367" y="106"/>
                      </a:cubicBezTo>
                      <a:cubicBezTo>
                        <a:pt x="367" y="102"/>
                        <a:pt x="369" y="97"/>
                        <a:pt x="372" y="95"/>
                      </a:cubicBezTo>
                      <a:cubicBezTo>
                        <a:pt x="402" y="74"/>
                        <a:pt x="402" y="74"/>
                        <a:pt x="402" y="74"/>
                      </a:cubicBezTo>
                      <a:cubicBezTo>
                        <a:pt x="402" y="28"/>
                        <a:pt x="402" y="28"/>
                        <a:pt x="402" y="28"/>
                      </a:cubicBezTo>
                      <a:cubicBezTo>
                        <a:pt x="28" y="28"/>
                        <a:pt x="28" y="28"/>
                        <a:pt x="28" y="28"/>
                      </a:cubicBezTo>
                      <a:cubicBezTo>
                        <a:pt x="28" y="74"/>
                        <a:pt x="28" y="74"/>
                        <a:pt x="28" y="74"/>
                      </a:cubicBezTo>
                      <a:cubicBezTo>
                        <a:pt x="57" y="95"/>
                        <a:pt x="57" y="95"/>
                        <a:pt x="57" y="95"/>
                      </a:cubicBezTo>
                      <a:cubicBezTo>
                        <a:pt x="61" y="97"/>
                        <a:pt x="63" y="102"/>
                        <a:pt x="63" y="106"/>
                      </a:cubicBezTo>
                      <a:cubicBezTo>
                        <a:pt x="63" y="144"/>
                        <a:pt x="63" y="144"/>
                        <a:pt x="63" y="144"/>
                      </a:cubicBezTo>
                      <a:cubicBezTo>
                        <a:pt x="63" y="151"/>
                        <a:pt x="57" y="158"/>
                        <a:pt x="49" y="15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93" name="Freeform 326">
                  <a:extLst>
                    <a:ext uri="{FF2B5EF4-FFF2-40B4-BE49-F238E27FC236}">
                      <a16:creationId xmlns:a16="http://schemas.microsoft.com/office/drawing/2014/main" id="{FC0D54EF-3658-48A1-AE22-6462050F520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793875" y="4291013"/>
                  <a:ext cx="698500" cy="425450"/>
                </a:xfrm>
                <a:custGeom>
                  <a:avLst/>
                  <a:gdLst>
                    <a:gd name="T0" fmla="*/ 459 w 656"/>
                    <a:gd name="T1" fmla="*/ 399 h 399"/>
                    <a:gd name="T2" fmla="*/ 406 w 656"/>
                    <a:gd name="T3" fmla="*/ 399 h 399"/>
                    <a:gd name="T4" fmla="*/ 223 w 656"/>
                    <a:gd name="T5" fmla="*/ 389 h 399"/>
                    <a:gd name="T6" fmla="*/ 40 w 656"/>
                    <a:gd name="T7" fmla="*/ 399 h 399"/>
                    <a:gd name="T8" fmla="*/ 0 w 656"/>
                    <a:gd name="T9" fmla="*/ 242 h 399"/>
                    <a:gd name="T10" fmla="*/ 37 w 656"/>
                    <a:gd name="T11" fmla="*/ 197 h 399"/>
                    <a:gd name="T12" fmla="*/ 40 w 656"/>
                    <a:gd name="T13" fmla="*/ 31 h 399"/>
                    <a:gd name="T14" fmla="*/ 59 w 656"/>
                    <a:gd name="T15" fmla="*/ 51 h 399"/>
                    <a:gd name="T16" fmla="*/ 70 w 656"/>
                    <a:gd name="T17" fmla="*/ 188 h 399"/>
                    <a:gd name="T18" fmla="*/ 69 w 656"/>
                    <a:gd name="T19" fmla="*/ 211 h 399"/>
                    <a:gd name="T20" fmla="*/ 28 w 656"/>
                    <a:gd name="T21" fmla="*/ 242 h 399"/>
                    <a:gd name="T22" fmla="*/ 40 w 656"/>
                    <a:gd name="T23" fmla="*/ 371 h 399"/>
                    <a:gd name="T24" fmla="*/ 209 w 656"/>
                    <a:gd name="T25" fmla="*/ 359 h 399"/>
                    <a:gd name="T26" fmla="*/ 237 w 656"/>
                    <a:gd name="T27" fmla="*/ 359 h 399"/>
                    <a:gd name="T28" fmla="*/ 406 w 656"/>
                    <a:gd name="T29" fmla="*/ 371 h 399"/>
                    <a:gd name="T30" fmla="*/ 432 w 656"/>
                    <a:gd name="T31" fmla="*/ 345 h 399"/>
                    <a:gd name="T32" fmla="*/ 459 w 656"/>
                    <a:gd name="T33" fmla="*/ 371 h 399"/>
                    <a:gd name="T34" fmla="*/ 628 w 656"/>
                    <a:gd name="T35" fmla="*/ 359 h 399"/>
                    <a:gd name="T36" fmla="*/ 622 w 656"/>
                    <a:gd name="T37" fmla="*/ 232 h 399"/>
                    <a:gd name="T38" fmla="*/ 579 w 656"/>
                    <a:gd name="T39" fmla="*/ 200 h 399"/>
                    <a:gd name="T40" fmla="*/ 624 w 656"/>
                    <a:gd name="T41" fmla="*/ 115 h 399"/>
                    <a:gd name="T42" fmla="*/ 450 w 656"/>
                    <a:gd name="T43" fmla="*/ 115 h 399"/>
                    <a:gd name="T44" fmla="*/ 495 w 656"/>
                    <a:gd name="T45" fmla="*/ 200 h 399"/>
                    <a:gd name="T46" fmla="*/ 453 w 656"/>
                    <a:gd name="T47" fmla="*/ 232 h 399"/>
                    <a:gd name="T48" fmla="*/ 432 w 656"/>
                    <a:gd name="T49" fmla="*/ 256 h 399"/>
                    <a:gd name="T50" fmla="*/ 412 w 656"/>
                    <a:gd name="T51" fmla="*/ 232 h 399"/>
                    <a:gd name="T52" fmla="*/ 370 w 656"/>
                    <a:gd name="T53" fmla="*/ 200 h 399"/>
                    <a:gd name="T54" fmla="*/ 415 w 656"/>
                    <a:gd name="T55" fmla="*/ 115 h 399"/>
                    <a:gd name="T56" fmla="*/ 241 w 656"/>
                    <a:gd name="T57" fmla="*/ 115 h 399"/>
                    <a:gd name="T58" fmla="*/ 285 w 656"/>
                    <a:gd name="T59" fmla="*/ 200 h 399"/>
                    <a:gd name="T60" fmla="*/ 243 w 656"/>
                    <a:gd name="T61" fmla="*/ 232 h 399"/>
                    <a:gd name="T62" fmla="*/ 223 w 656"/>
                    <a:gd name="T63" fmla="*/ 256 h 399"/>
                    <a:gd name="T64" fmla="*/ 203 w 656"/>
                    <a:gd name="T65" fmla="*/ 232 h 399"/>
                    <a:gd name="T66" fmla="*/ 161 w 656"/>
                    <a:gd name="T67" fmla="*/ 200 h 399"/>
                    <a:gd name="T68" fmla="*/ 205 w 656"/>
                    <a:gd name="T69" fmla="*/ 115 h 399"/>
                    <a:gd name="T70" fmla="*/ 86 w 656"/>
                    <a:gd name="T71" fmla="*/ 34 h 399"/>
                    <a:gd name="T72" fmla="*/ 76 w 656"/>
                    <a:gd name="T73" fmla="*/ 8 h 399"/>
                    <a:gd name="T74" fmla="*/ 223 w 656"/>
                    <a:gd name="T75" fmla="*/ 68 h 399"/>
                    <a:gd name="T76" fmla="*/ 432 w 656"/>
                    <a:gd name="T77" fmla="*/ 68 h 399"/>
                    <a:gd name="T78" fmla="*/ 652 w 656"/>
                    <a:gd name="T79" fmla="*/ 115 h 399"/>
                    <a:gd name="T80" fmla="*/ 636 w 656"/>
                    <a:gd name="T81" fmla="*/ 208 h 399"/>
                    <a:gd name="T82" fmla="*/ 656 w 656"/>
                    <a:gd name="T83" fmla="*/ 359 h 399"/>
                    <a:gd name="T84" fmla="*/ 409 w 656"/>
                    <a:gd name="T85" fmla="*/ 197 h 399"/>
                    <a:gd name="T86" fmla="*/ 432 w 656"/>
                    <a:gd name="T87" fmla="*/ 212 h 399"/>
                    <a:gd name="T88" fmla="*/ 456 w 656"/>
                    <a:gd name="T89" fmla="*/ 197 h 399"/>
                    <a:gd name="T90" fmla="*/ 409 w 656"/>
                    <a:gd name="T91" fmla="*/ 197 h 399"/>
                    <a:gd name="T92" fmla="*/ 217 w 656"/>
                    <a:gd name="T93" fmla="*/ 208 h 399"/>
                    <a:gd name="T94" fmla="*/ 229 w 656"/>
                    <a:gd name="T95" fmla="*/ 208 h 399"/>
                    <a:gd name="T96" fmla="*/ 223 w 656"/>
                    <a:gd name="T97" fmla="*/ 163 h 3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6" h="399">
                      <a:moveTo>
                        <a:pt x="615" y="399"/>
                      </a:moveTo>
                      <a:cubicBezTo>
                        <a:pt x="459" y="399"/>
                        <a:pt x="459" y="399"/>
                        <a:pt x="459" y="399"/>
                      </a:cubicBezTo>
                      <a:cubicBezTo>
                        <a:pt x="449" y="399"/>
                        <a:pt x="439" y="395"/>
                        <a:pt x="432" y="389"/>
                      </a:cubicBezTo>
                      <a:cubicBezTo>
                        <a:pt x="425" y="395"/>
                        <a:pt x="416" y="399"/>
                        <a:pt x="406" y="399"/>
                      </a:cubicBezTo>
                      <a:cubicBezTo>
                        <a:pt x="249" y="399"/>
                        <a:pt x="249" y="399"/>
                        <a:pt x="249" y="399"/>
                      </a:cubicBezTo>
                      <a:cubicBezTo>
                        <a:pt x="239" y="399"/>
                        <a:pt x="230" y="395"/>
                        <a:pt x="223" y="389"/>
                      </a:cubicBezTo>
                      <a:cubicBezTo>
                        <a:pt x="216" y="395"/>
                        <a:pt x="207" y="399"/>
                        <a:pt x="197" y="399"/>
                      </a:cubicBezTo>
                      <a:cubicBezTo>
                        <a:pt x="40" y="399"/>
                        <a:pt x="40" y="399"/>
                        <a:pt x="40" y="399"/>
                      </a:cubicBezTo>
                      <a:cubicBezTo>
                        <a:pt x="18" y="399"/>
                        <a:pt x="0" y="381"/>
                        <a:pt x="0" y="359"/>
                      </a:cubicBezTo>
                      <a:cubicBezTo>
                        <a:pt x="0" y="242"/>
                        <a:pt x="0" y="242"/>
                        <a:pt x="0" y="242"/>
                      </a:cubicBezTo>
                      <a:cubicBezTo>
                        <a:pt x="0" y="228"/>
                        <a:pt x="7" y="215"/>
                        <a:pt x="20" y="208"/>
                      </a:cubicBezTo>
                      <a:cubicBezTo>
                        <a:pt x="37" y="197"/>
                        <a:pt x="37" y="197"/>
                        <a:pt x="37" y="197"/>
                      </a:cubicBezTo>
                      <a:cubicBezTo>
                        <a:pt x="16" y="176"/>
                        <a:pt x="3" y="147"/>
                        <a:pt x="3" y="115"/>
                      </a:cubicBezTo>
                      <a:cubicBezTo>
                        <a:pt x="3" y="83"/>
                        <a:pt x="17" y="53"/>
                        <a:pt x="40" y="31"/>
                      </a:cubicBezTo>
                      <a:cubicBezTo>
                        <a:pt x="46" y="26"/>
                        <a:pt x="55" y="26"/>
                        <a:pt x="60" y="32"/>
                      </a:cubicBezTo>
                      <a:cubicBezTo>
                        <a:pt x="65" y="37"/>
                        <a:pt x="65" y="46"/>
                        <a:pt x="59" y="51"/>
                      </a:cubicBezTo>
                      <a:cubicBezTo>
                        <a:pt x="41" y="68"/>
                        <a:pt x="31" y="91"/>
                        <a:pt x="31" y="115"/>
                      </a:cubicBezTo>
                      <a:cubicBezTo>
                        <a:pt x="31" y="144"/>
                        <a:pt x="46" y="172"/>
                        <a:pt x="70" y="188"/>
                      </a:cubicBezTo>
                      <a:cubicBezTo>
                        <a:pt x="74" y="190"/>
                        <a:pt x="76" y="195"/>
                        <a:pt x="76" y="200"/>
                      </a:cubicBezTo>
                      <a:cubicBezTo>
                        <a:pt x="76" y="205"/>
                        <a:pt x="73" y="209"/>
                        <a:pt x="69" y="211"/>
                      </a:cubicBezTo>
                      <a:cubicBezTo>
                        <a:pt x="34" y="232"/>
                        <a:pt x="34" y="232"/>
                        <a:pt x="34" y="232"/>
                      </a:cubicBezTo>
                      <a:cubicBezTo>
                        <a:pt x="30" y="234"/>
                        <a:pt x="28" y="238"/>
                        <a:pt x="28" y="242"/>
                      </a:cubicBezTo>
                      <a:cubicBezTo>
                        <a:pt x="28" y="359"/>
                        <a:pt x="28" y="359"/>
                        <a:pt x="28" y="359"/>
                      </a:cubicBezTo>
                      <a:cubicBezTo>
                        <a:pt x="28" y="365"/>
                        <a:pt x="33" y="371"/>
                        <a:pt x="40" y="371"/>
                      </a:cubicBezTo>
                      <a:cubicBezTo>
                        <a:pt x="197" y="371"/>
                        <a:pt x="197" y="371"/>
                        <a:pt x="197" y="371"/>
                      </a:cubicBezTo>
                      <a:cubicBezTo>
                        <a:pt x="203" y="371"/>
                        <a:pt x="209" y="365"/>
                        <a:pt x="209" y="359"/>
                      </a:cubicBezTo>
                      <a:cubicBezTo>
                        <a:pt x="209" y="351"/>
                        <a:pt x="215" y="345"/>
                        <a:pt x="223" y="345"/>
                      </a:cubicBezTo>
                      <a:cubicBezTo>
                        <a:pt x="231" y="345"/>
                        <a:pt x="237" y="351"/>
                        <a:pt x="237" y="359"/>
                      </a:cubicBezTo>
                      <a:cubicBezTo>
                        <a:pt x="237" y="365"/>
                        <a:pt x="242" y="371"/>
                        <a:pt x="249" y="371"/>
                      </a:cubicBezTo>
                      <a:cubicBezTo>
                        <a:pt x="406" y="371"/>
                        <a:pt x="406" y="371"/>
                        <a:pt x="406" y="371"/>
                      </a:cubicBezTo>
                      <a:cubicBezTo>
                        <a:pt x="413" y="371"/>
                        <a:pt x="418" y="365"/>
                        <a:pt x="418" y="359"/>
                      </a:cubicBezTo>
                      <a:cubicBezTo>
                        <a:pt x="418" y="351"/>
                        <a:pt x="425" y="345"/>
                        <a:pt x="432" y="345"/>
                      </a:cubicBezTo>
                      <a:cubicBezTo>
                        <a:pt x="440" y="345"/>
                        <a:pt x="446" y="351"/>
                        <a:pt x="446" y="359"/>
                      </a:cubicBezTo>
                      <a:cubicBezTo>
                        <a:pt x="446" y="365"/>
                        <a:pt x="452" y="371"/>
                        <a:pt x="459" y="371"/>
                      </a:cubicBezTo>
                      <a:cubicBezTo>
                        <a:pt x="615" y="371"/>
                        <a:pt x="615" y="371"/>
                        <a:pt x="615" y="371"/>
                      </a:cubicBezTo>
                      <a:cubicBezTo>
                        <a:pt x="622" y="371"/>
                        <a:pt x="628" y="365"/>
                        <a:pt x="628" y="359"/>
                      </a:cubicBezTo>
                      <a:cubicBezTo>
                        <a:pt x="628" y="242"/>
                        <a:pt x="628" y="242"/>
                        <a:pt x="628" y="242"/>
                      </a:cubicBezTo>
                      <a:cubicBezTo>
                        <a:pt x="628" y="238"/>
                        <a:pt x="625" y="234"/>
                        <a:pt x="622" y="232"/>
                      </a:cubicBezTo>
                      <a:cubicBezTo>
                        <a:pt x="586" y="211"/>
                        <a:pt x="586" y="211"/>
                        <a:pt x="586" y="211"/>
                      </a:cubicBezTo>
                      <a:cubicBezTo>
                        <a:pt x="582" y="209"/>
                        <a:pt x="580" y="205"/>
                        <a:pt x="579" y="200"/>
                      </a:cubicBezTo>
                      <a:cubicBezTo>
                        <a:pt x="579" y="195"/>
                        <a:pt x="582" y="190"/>
                        <a:pt x="586" y="188"/>
                      </a:cubicBezTo>
                      <a:cubicBezTo>
                        <a:pt x="610" y="172"/>
                        <a:pt x="624" y="144"/>
                        <a:pt x="624" y="115"/>
                      </a:cubicBezTo>
                      <a:cubicBezTo>
                        <a:pt x="624" y="67"/>
                        <a:pt x="585" y="28"/>
                        <a:pt x="537" y="28"/>
                      </a:cubicBezTo>
                      <a:cubicBezTo>
                        <a:pt x="489" y="28"/>
                        <a:pt x="450" y="67"/>
                        <a:pt x="450" y="115"/>
                      </a:cubicBezTo>
                      <a:cubicBezTo>
                        <a:pt x="450" y="144"/>
                        <a:pt x="464" y="172"/>
                        <a:pt x="488" y="188"/>
                      </a:cubicBezTo>
                      <a:cubicBezTo>
                        <a:pt x="492" y="190"/>
                        <a:pt x="495" y="195"/>
                        <a:pt x="495" y="200"/>
                      </a:cubicBezTo>
                      <a:cubicBezTo>
                        <a:pt x="494" y="205"/>
                        <a:pt x="492" y="209"/>
                        <a:pt x="488" y="211"/>
                      </a:cubicBezTo>
                      <a:cubicBezTo>
                        <a:pt x="453" y="232"/>
                        <a:pt x="453" y="232"/>
                        <a:pt x="453" y="232"/>
                      </a:cubicBezTo>
                      <a:cubicBezTo>
                        <a:pt x="449" y="234"/>
                        <a:pt x="446" y="238"/>
                        <a:pt x="446" y="242"/>
                      </a:cubicBezTo>
                      <a:cubicBezTo>
                        <a:pt x="446" y="250"/>
                        <a:pt x="440" y="256"/>
                        <a:pt x="432" y="256"/>
                      </a:cubicBezTo>
                      <a:cubicBezTo>
                        <a:pt x="425" y="256"/>
                        <a:pt x="418" y="250"/>
                        <a:pt x="418" y="242"/>
                      </a:cubicBezTo>
                      <a:cubicBezTo>
                        <a:pt x="418" y="238"/>
                        <a:pt x="416" y="234"/>
                        <a:pt x="412" y="232"/>
                      </a:cubicBezTo>
                      <a:cubicBezTo>
                        <a:pt x="377" y="211"/>
                        <a:pt x="377" y="211"/>
                        <a:pt x="377" y="211"/>
                      </a:cubicBezTo>
                      <a:cubicBezTo>
                        <a:pt x="373" y="209"/>
                        <a:pt x="370" y="205"/>
                        <a:pt x="370" y="200"/>
                      </a:cubicBezTo>
                      <a:cubicBezTo>
                        <a:pt x="370" y="195"/>
                        <a:pt x="372" y="190"/>
                        <a:pt x="376" y="188"/>
                      </a:cubicBezTo>
                      <a:cubicBezTo>
                        <a:pt x="400" y="172"/>
                        <a:pt x="415" y="144"/>
                        <a:pt x="415" y="115"/>
                      </a:cubicBezTo>
                      <a:cubicBezTo>
                        <a:pt x="415" y="67"/>
                        <a:pt x="376" y="28"/>
                        <a:pt x="328" y="28"/>
                      </a:cubicBezTo>
                      <a:cubicBezTo>
                        <a:pt x="280" y="28"/>
                        <a:pt x="241" y="67"/>
                        <a:pt x="241" y="115"/>
                      </a:cubicBezTo>
                      <a:cubicBezTo>
                        <a:pt x="241" y="144"/>
                        <a:pt x="255" y="172"/>
                        <a:pt x="279" y="188"/>
                      </a:cubicBezTo>
                      <a:cubicBezTo>
                        <a:pt x="283" y="190"/>
                        <a:pt x="285" y="195"/>
                        <a:pt x="285" y="200"/>
                      </a:cubicBezTo>
                      <a:cubicBezTo>
                        <a:pt x="285" y="205"/>
                        <a:pt x="282" y="209"/>
                        <a:pt x="278" y="211"/>
                      </a:cubicBezTo>
                      <a:cubicBezTo>
                        <a:pt x="243" y="232"/>
                        <a:pt x="243" y="232"/>
                        <a:pt x="243" y="232"/>
                      </a:cubicBezTo>
                      <a:cubicBezTo>
                        <a:pt x="239" y="234"/>
                        <a:pt x="237" y="238"/>
                        <a:pt x="237" y="242"/>
                      </a:cubicBezTo>
                      <a:cubicBezTo>
                        <a:pt x="237" y="250"/>
                        <a:pt x="231" y="256"/>
                        <a:pt x="223" y="256"/>
                      </a:cubicBezTo>
                      <a:cubicBezTo>
                        <a:pt x="215" y="256"/>
                        <a:pt x="209" y="250"/>
                        <a:pt x="209" y="242"/>
                      </a:cubicBezTo>
                      <a:cubicBezTo>
                        <a:pt x="209" y="238"/>
                        <a:pt x="207" y="234"/>
                        <a:pt x="203" y="232"/>
                      </a:cubicBezTo>
                      <a:cubicBezTo>
                        <a:pt x="168" y="211"/>
                        <a:pt x="168" y="211"/>
                        <a:pt x="168" y="211"/>
                      </a:cubicBezTo>
                      <a:cubicBezTo>
                        <a:pt x="163" y="209"/>
                        <a:pt x="161" y="205"/>
                        <a:pt x="161" y="200"/>
                      </a:cubicBezTo>
                      <a:cubicBezTo>
                        <a:pt x="161" y="195"/>
                        <a:pt x="163" y="190"/>
                        <a:pt x="167" y="188"/>
                      </a:cubicBezTo>
                      <a:cubicBezTo>
                        <a:pt x="191" y="172"/>
                        <a:pt x="205" y="144"/>
                        <a:pt x="205" y="115"/>
                      </a:cubicBezTo>
                      <a:cubicBezTo>
                        <a:pt x="205" y="67"/>
                        <a:pt x="166" y="28"/>
                        <a:pt x="118" y="28"/>
                      </a:cubicBezTo>
                      <a:cubicBezTo>
                        <a:pt x="107" y="28"/>
                        <a:pt x="96" y="30"/>
                        <a:pt x="86" y="34"/>
                      </a:cubicBezTo>
                      <a:cubicBezTo>
                        <a:pt x="79" y="37"/>
                        <a:pt x="71" y="34"/>
                        <a:pt x="68" y="26"/>
                      </a:cubicBezTo>
                      <a:cubicBezTo>
                        <a:pt x="65" y="19"/>
                        <a:pt x="69" y="11"/>
                        <a:pt x="76" y="8"/>
                      </a:cubicBezTo>
                      <a:cubicBezTo>
                        <a:pt x="90" y="3"/>
                        <a:pt x="104" y="0"/>
                        <a:pt x="118" y="0"/>
                      </a:cubicBezTo>
                      <a:cubicBezTo>
                        <a:pt x="165" y="0"/>
                        <a:pt x="205" y="28"/>
                        <a:pt x="223" y="68"/>
                      </a:cubicBezTo>
                      <a:cubicBezTo>
                        <a:pt x="241" y="28"/>
                        <a:pt x="281" y="0"/>
                        <a:pt x="328" y="0"/>
                      </a:cubicBezTo>
                      <a:cubicBezTo>
                        <a:pt x="374" y="0"/>
                        <a:pt x="414" y="28"/>
                        <a:pt x="432" y="68"/>
                      </a:cubicBezTo>
                      <a:cubicBezTo>
                        <a:pt x="451" y="28"/>
                        <a:pt x="491" y="0"/>
                        <a:pt x="537" y="0"/>
                      </a:cubicBezTo>
                      <a:cubicBezTo>
                        <a:pt x="601" y="0"/>
                        <a:pt x="652" y="52"/>
                        <a:pt x="652" y="115"/>
                      </a:cubicBezTo>
                      <a:cubicBezTo>
                        <a:pt x="652" y="147"/>
                        <a:pt x="640" y="176"/>
                        <a:pt x="618" y="197"/>
                      </a:cubicBezTo>
                      <a:cubicBezTo>
                        <a:pt x="636" y="208"/>
                        <a:pt x="636" y="208"/>
                        <a:pt x="636" y="208"/>
                      </a:cubicBezTo>
                      <a:cubicBezTo>
                        <a:pt x="648" y="215"/>
                        <a:pt x="656" y="228"/>
                        <a:pt x="656" y="242"/>
                      </a:cubicBezTo>
                      <a:cubicBezTo>
                        <a:pt x="656" y="359"/>
                        <a:pt x="656" y="359"/>
                        <a:pt x="656" y="359"/>
                      </a:cubicBezTo>
                      <a:cubicBezTo>
                        <a:pt x="656" y="381"/>
                        <a:pt x="638" y="399"/>
                        <a:pt x="615" y="399"/>
                      </a:cubicBezTo>
                      <a:close/>
                      <a:moveTo>
                        <a:pt x="409" y="197"/>
                      </a:moveTo>
                      <a:cubicBezTo>
                        <a:pt x="426" y="208"/>
                        <a:pt x="426" y="208"/>
                        <a:pt x="426" y="208"/>
                      </a:cubicBezTo>
                      <a:cubicBezTo>
                        <a:pt x="428" y="209"/>
                        <a:pt x="430" y="210"/>
                        <a:pt x="432" y="212"/>
                      </a:cubicBezTo>
                      <a:cubicBezTo>
                        <a:pt x="434" y="210"/>
                        <a:pt x="436" y="209"/>
                        <a:pt x="439" y="208"/>
                      </a:cubicBezTo>
                      <a:cubicBezTo>
                        <a:pt x="456" y="197"/>
                        <a:pt x="456" y="197"/>
                        <a:pt x="456" y="197"/>
                      </a:cubicBezTo>
                      <a:cubicBezTo>
                        <a:pt x="446" y="187"/>
                        <a:pt x="438" y="176"/>
                        <a:pt x="432" y="163"/>
                      </a:cubicBezTo>
                      <a:cubicBezTo>
                        <a:pt x="427" y="176"/>
                        <a:pt x="419" y="187"/>
                        <a:pt x="409" y="197"/>
                      </a:cubicBezTo>
                      <a:close/>
                      <a:moveTo>
                        <a:pt x="199" y="197"/>
                      </a:moveTo>
                      <a:cubicBezTo>
                        <a:pt x="217" y="208"/>
                        <a:pt x="217" y="208"/>
                        <a:pt x="217" y="208"/>
                      </a:cubicBezTo>
                      <a:cubicBezTo>
                        <a:pt x="219" y="209"/>
                        <a:pt x="221" y="210"/>
                        <a:pt x="223" y="212"/>
                      </a:cubicBezTo>
                      <a:cubicBezTo>
                        <a:pt x="225" y="210"/>
                        <a:pt x="227" y="209"/>
                        <a:pt x="229" y="208"/>
                      </a:cubicBezTo>
                      <a:cubicBezTo>
                        <a:pt x="247" y="197"/>
                        <a:pt x="247" y="197"/>
                        <a:pt x="247" y="197"/>
                      </a:cubicBezTo>
                      <a:cubicBezTo>
                        <a:pt x="237" y="187"/>
                        <a:pt x="229" y="176"/>
                        <a:pt x="223" y="163"/>
                      </a:cubicBezTo>
                      <a:cubicBezTo>
                        <a:pt x="217" y="176"/>
                        <a:pt x="209" y="187"/>
                        <a:pt x="199" y="197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3FFC4216-06A2-42DD-AC24-168635B7CC9B}"/>
                </a:ext>
              </a:extLst>
            </p:cNvPr>
            <p:cNvGrpSpPr/>
            <p:nvPr/>
          </p:nvGrpSpPr>
          <p:grpSpPr>
            <a:xfrm>
              <a:off x="2344485" y="3297875"/>
              <a:ext cx="882663" cy="852331"/>
              <a:chOff x="2344485" y="3297875"/>
              <a:chExt cx="882663" cy="852331"/>
            </a:xfrm>
          </p:grpSpPr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18FD414B-8029-490F-A699-1D70D6A2F3F4}"/>
                  </a:ext>
                </a:extLst>
              </p:cNvPr>
              <p:cNvSpPr/>
              <p:nvPr/>
            </p:nvSpPr>
            <p:spPr>
              <a:xfrm>
                <a:off x="2344485" y="3790206"/>
                <a:ext cx="882663" cy="36000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개인</a:t>
                </a:r>
                <a:r>
                  <a:rPr kumimoji="0" lang="en-US" altLang="ko-KR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그룹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컨설팅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94" name="그룹 293">
                <a:extLst>
                  <a:ext uri="{FF2B5EF4-FFF2-40B4-BE49-F238E27FC236}">
                    <a16:creationId xmlns:a16="http://schemas.microsoft.com/office/drawing/2014/main" id="{576B78A4-F538-4A1F-A26D-E003D5B9D27C}"/>
                  </a:ext>
                </a:extLst>
              </p:cNvPr>
              <p:cNvGrpSpPr/>
              <p:nvPr/>
            </p:nvGrpSpPr>
            <p:grpSpPr>
              <a:xfrm>
                <a:off x="2569197" y="3297875"/>
                <a:ext cx="433239" cy="426575"/>
                <a:chOff x="3132138" y="3779838"/>
                <a:chExt cx="928687" cy="914400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295" name="Freeform 295">
                  <a:extLst>
                    <a:ext uri="{FF2B5EF4-FFF2-40B4-BE49-F238E27FC236}">
                      <a16:creationId xmlns:a16="http://schemas.microsoft.com/office/drawing/2014/main" id="{DBADB8CF-4F29-4497-9040-E1670C9E5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138" y="4227513"/>
                  <a:ext cx="276225" cy="466725"/>
                </a:xfrm>
                <a:custGeom>
                  <a:avLst/>
                  <a:gdLst>
                    <a:gd name="T0" fmla="*/ 217 w 260"/>
                    <a:gd name="T1" fmla="*/ 437 h 437"/>
                    <a:gd name="T2" fmla="*/ 43 w 260"/>
                    <a:gd name="T3" fmla="*/ 437 h 437"/>
                    <a:gd name="T4" fmla="*/ 0 w 260"/>
                    <a:gd name="T5" fmla="*/ 394 h 437"/>
                    <a:gd name="T6" fmla="*/ 0 w 260"/>
                    <a:gd name="T7" fmla="*/ 266 h 437"/>
                    <a:gd name="T8" fmla="*/ 22 w 260"/>
                    <a:gd name="T9" fmla="*/ 229 h 437"/>
                    <a:gd name="T10" fmla="*/ 43 w 260"/>
                    <a:gd name="T11" fmla="*/ 216 h 437"/>
                    <a:gd name="T12" fmla="*/ 4 w 260"/>
                    <a:gd name="T13" fmla="*/ 126 h 437"/>
                    <a:gd name="T14" fmla="*/ 41 w 260"/>
                    <a:gd name="T15" fmla="*/ 37 h 437"/>
                    <a:gd name="T16" fmla="*/ 61 w 260"/>
                    <a:gd name="T17" fmla="*/ 37 h 437"/>
                    <a:gd name="T18" fmla="*/ 61 w 260"/>
                    <a:gd name="T19" fmla="*/ 56 h 437"/>
                    <a:gd name="T20" fmla="*/ 32 w 260"/>
                    <a:gd name="T21" fmla="*/ 126 h 437"/>
                    <a:gd name="T22" fmla="*/ 76 w 260"/>
                    <a:gd name="T23" fmla="*/ 207 h 437"/>
                    <a:gd name="T24" fmla="*/ 82 w 260"/>
                    <a:gd name="T25" fmla="*/ 219 h 437"/>
                    <a:gd name="T26" fmla="*/ 75 w 260"/>
                    <a:gd name="T27" fmla="*/ 231 h 437"/>
                    <a:gd name="T28" fmla="*/ 36 w 260"/>
                    <a:gd name="T29" fmla="*/ 253 h 437"/>
                    <a:gd name="T30" fmla="*/ 28 w 260"/>
                    <a:gd name="T31" fmla="*/ 266 h 437"/>
                    <a:gd name="T32" fmla="*/ 28 w 260"/>
                    <a:gd name="T33" fmla="*/ 394 h 437"/>
                    <a:gd name="T34" fmla="*/ 43 w 260"/>
                    <a:gd name="T35" fmla="*/ 409 h 437"/>
                    <a:gd name="T36" fmla="*/ 217 w 260"/>
                    <a:gd name="T37" fmla="*/ 409 h 437"/>
                    <a:gd name="T38" fmla="*/ 232 w 260"/>
                    <a:gd name="T39" fmla="*/ 394 h 437"/>
                    <a:gd name="T40" fmla="*/ 232 w 260"/>
                    <a:gd name="T41" fmla="*/ 266 h 437"/>
                    <a:gd name="T42" fmla="*/ 224 w 260"/>
                    <a:gd name="T43" fmla="*/ 253 h 437"/>
                    <a:gd name="T44" fmla="*/ 185 w 260"/>
                    <a:gd name="T45" fmla="*/ 231 h 437"/>
                    <a:gd name="T46" fmla="*/ 178 w 260"/>
                    <a:gd name="T47" fmla="*/ 219 h 437"/>
                    <a:gd name="T48" fmla="*/ 184 w 260"/>
                    <a:gd name="T49" fmla="*/ 207 h 437"/>
                    <a:gd name="T50" fmla="*/ 228 w 260"/>
                    <a:gd name="T51" fmla="*/ 126 h 437"/>
                    <a:gd name="T52" fmla="*/ 130 w 260"/>
                    <a:gd name="T53" fmla="*/ 28 h 437"/>
                    <a:gd name="T54" fmla="*/ 95 w 260"/>
                    <a:gd name="T55" fmla="*/ 35 h 437"/>
                    <a:gd name="T56" fmla="*/ 77 w 260"/>
                    <a:gd name="T57" fmla="*/ 27 h 437"/>
                    <a:gd name="T58" fmla="*/ 85 w 260"/>
                    <a:gd name="T59" fmla="*/ 8 h 437"/>
                    <a:gd name="T60" fmla="*/ 130 w 260"/>
                    <a:gd name="T61" fmla="*/ 0 h 437"/>
                    <a:gd name="T62" fmla="*/ 256 w 260"/>
                    <a:gd name="T63" fmla="*/ 126 h 437"/>
                    <a:gd name="T64" fmla="*/ 217 w 260"/>
                    <a:gd name="T65" fmla="*/ 216 h 437"/>
                    <a:gd name="T66" fmla="*/ 238 w 260"/>
                    <a:gd name="T67" fmla="*/ 229 h 437"/>
                    <a:gd name="T68" fmla="*/ 260 w 260"/>
                    <a:gd name="T69" fmla="*/ 266 h 437"/>
                    <a:gd name="T70" fmla="*/ 260 w 260"/>
                    <a:gd name="T71" fmla="*/ 394 h 437"/>
                    <a:gd name="T72" fmla="*/ 217 w 260"/>
                    <a:gd name="T73" fmla="*/ 437 h 4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60" h="437">
                      <a:moveTo>
                        <a:pt x="217" y="437"/>
                      </a:moveTo>
                      <a:cubicBezTo>
                        <a:pt x="43" y="437"/>
                        <a:pt x="43" y="437"/>
                        <a:pt x="43" y="437"/>
                      </a:cubicBezTo>
                      <a:cubicBezTo>
                        <a:pt x="20" y="437"/>
                        <a:pt x="0" y="418"/>
                        <a:pt x="0" y="394"/>
                      </a:cubicBezTo>
                      <a:cubicBezTo>
                        <a:pt x="0" y="266"/>
                        <a:pt x="0" y="266"/>
                        <a:pt x="0" y="266"/>
                      </a:cubicBezTo>
                      <a:cubicBezTo>
                        <a:pt x="0" y="251"/>
                        <a:pt x="9" y="236"/>
                        <a:pt x="22" y="229"/>
                      </a:cubicBezTo>
                      <a:cubicBezTo>
                        <a:pt x="43" y="216"/>
                        <a:pt x="43" y="216"/>
                        <a:pt x="43" y="216"/>
                      </a:cubicBezTo>
                      <a:cubicBezTo>
                        <a:pt x="19" y="193"/>
                        <a:pt x="4" y="160"/>
                        <a:pt x="4" y="126"/>
                      </a:cubicBezTo>
                      <a:cubicBezTo>
                        <a:pt x="4" y="92"/>
                        <a:pt x="17" y="60"/>
                        <a:pt x="41" y="37"/>
                      </a:cubicBezTo>
                      <a:cubicBezTo>
                        <a:pt x="47" y="31"/>
                        <a:pt x="56" y="31"/>
                        <a:pt x="61" y="37"/>
                      </a:cubicBezTo>
                      <a:cubicBezTo>
                        <a:pt x="67" y="42"/>
                        <a:pt x="67" y="51"/>
                        <a:pt x="61" y="56"/>
                      </a:cubicBezTo>
                      <a:cubicBezTo>
                        <a:pt x="43" y="75"/>
                        <a:pt x="32" y="100"/>
                        <a:pt x="32" y="126"/>
                      </a:cubicBezTo>
                      <a:cubicBezTo>
                        <a:pt x="32" y="158"/>
                        <a:pt x="48" y="189"/>
                        <a:pt x="76" y="207"/>
                      </a:cubicBezTo>
                      <a:cubicBezTo>
                        <a:pt x="80" y="209"/>
                        <a:pt x="82" y="214"/>
                        <a:pt x="82" y="219"/>
                      </a:cubicBezTo>
                      <a:cubicBezTo>
                        <a:pt x="82" y="224"/>
                        <a:pt x="79" y="228"/>
                        <a:pt x="75" y="231"/>
                      </a:cubicBezTo>
                      <a:cubicBezTo>
                        <a:pt x="36" y="253"/>
                        <a:pt x="36" y="253"/>
                        <a:pt x="36" y="253"/>
                      </a:cubicBezTo>
                      <a:cubicBezTo>
                        <a:pt x="31" y="256"/>
                        <a:pt x="28" y="261"/>
                        <a:pt x="28" y="266"/>
                      </a:cubicBezTo>
                      <a:cubicBezTo>
                        <a:pt x="28" y="394"/>
                        <a:pt x="28" y="394"/>
                        <a:pt x="28" y="394"/>
                      </a:cubicBezTo>
                      <a:cubicBezTo>
                        <a:pt x="28" y="403"/>
                        <a:pt x="35" y="409"/>
                        <a:pt x="43" y="409"/>
                      </a:cubicBezTo>
                      <a:cubicBezTo>
                        <a:pt x="217" y="409"/>
                        <a:pt x="217" y="409"/>
                        <a:pt x="217" y="409"/>
                      </a:cubicBezTo>
                      <a:cubicBezTo>
                        <a:pt x="225" y="409"/>
                        <a:pt x="232" y="403"/>
                        <a:pt x="232" y="394"/>
                      </a:cubicBezTo>
                      <a:cubicBezTo>
                        <a:pt x="232" y="266"/>
                        <a:pt x="232" y="266"/>
                        <a:pt x="232" y="266"/>
                      </a:cubicBezTo>
                      <a:cubicBezTo>
                        <a:pt x="232" y="261"/>
                        <a:pt x="229" y="256"/>
                        <a:pt x="224" y="253"/>
                      </a:cubicBezTo>
                      <a:cubicBezTo>
                        <a:pt x="185" y="231"/>
                        <a:pt x="185" y="231"/>
                        <a:pt x="185" y="231"/>
                      </a:cubicBezTo>
                      <a:cubicBezTo>
                        <a:pt x="181" y="228"/>
                        <a:pt x="178" y="224"/>
                        <a:pt x="178" y="219"/>
                      </a:cubicBezTo>
                      <a:cubicBezTo>
                        <a:pt x="178" y="214"/>
                        <a:pt x="180" y="209"/>
                        <a:pt x="184" y="207"/>
                      </a:cubicBezTo>
                      <a:cubicBezTo>
                        <a:pt x="212" y="189"/>
                        <a:pt x="228" y="158"/>
                        <a:pt x="228" y="126"/>
                      </a:cubicBezTo>
                      <a:cubicBezTo>
                        <a:pt x="228" y="72"/>
                        <a:pt x="184" y="28"/>
                        <a:pt x="130" y="28"/>
                      </a:cubicBezTo>
                      <a:cubicBezTo>
                        <a:pt x="118" y="28"/>
                        <a:pt x="106" y="30"/>
                        <a:pt x="95" y="35"/>
                      </a:cubicBezTo>
                      <a:cubicBezTo>
                        <a:pt x="87" y="37"/>
                        <a:pt x="79" y="34"/>
                        <a:pt x="77" y="27"/>
                      </a:cubicBezTo>
                      <a:cubicBezTo>
                        <a:pt x="74" y="19"/>
                        <a:pt x="77" y="11"/>
                        <a:pt x="85" y="8"/>
                      </a:cubicBezTo>
                      <a:cubicBezTo>
                        <a:pt x="99" y="3"/>
                        <a:pt x="114" y="0"/>
                        <a:pt x="130" y="0"/>
                      </a:cubicBezTo>
                      <a:cubicBezTo>
                        <a:pt x="199" y="0"/>
                        <a:pt x="256" y="56"/>
                        <a:pt x="256" y="126"/>
                      </a:cubicBezTo>
                      <a:cubicBezTo>
                        <a:pt x="256" y="160"/>
                        <a:pt x="242" y="193"/>
                        <a:pt x="217" y="216"/>
                      </a:cubicBezTo>
                      <a:cubicBezTo>
                        <a:pt x="238" y="229"/>
                        <a:pt x="238" y="229"/>
                        <a:pt x="238" y="229"/>
                      </a:cubicBezTo>
                      <a:cubicBezTo>
                        <a:pt x="251" y="236"/>
                        <a:pt x="260" y="251"/>
                        <a:pt x="260" y="266"/>
                      </a:cubicBezTo>
                      <a:cubicBezTo>
                        <a:pt x="260" y="394"/>
                        <a:pt x="260" y="394"/>
                        <a:pt x="260" y="394"/>
                      </a:cubicBezTo>
                      <a:cubicBezTo>
                        <a:pt x="260" y="418"/>
                        <a:pt x="240" y="437"/>
                        <a:pt x="217" y="437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96" name="Freeform 298">
                  <a:extLst>
                    <a:ext uri="{FF2B5EF4-FFF2-40B4-BE49-F238E27FC236}">
                      <a16:creationId xmlns:a16="http://schemas.microsoft.com/office/drawing/2014/main" id="{C708511D-ACB1-48AB-A196-4C6E24C6EE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938" y="4021138"/>
                  <a:ext cx="496887" cy="404812"/>
                </a:xfrm>
                <a:custGeom>
                  <a:avLst/>
                  <a:gdLst>
                    <a:gd name="T0" fmla="*/ 378 w 467"/>
                    <a:gd name="T1" fmla="*/ 380 h 380"/>
                    <a:gd name="T2" fmla="*/ 366 w 467"/>
                    <a:gd name="T3" fmla="*/ 374 h 380"/>
                    <a:gd name="T4" fmla="*/ 333 w 467"/>
                    <a:gd name="T5" fmla="*/ 328 h 380"/>
                    <a:gd name="T6" fmla="*/ 36 w 467"/>
                    <a:gd name="T7" fmla="*/ 328 h 380"/>
                    <a:gd name="T8" fmla="*/ 0 w 467"/>
                    <a:gd name="T9" fmla="*/ 291 h 380"/>
                    <a:gd name="T10" fmla="*/ 0 w 467"/>
                    <a:gd name="T11" fmla="*/ 129 h 380"/>
                    <a:gd name="T12" fmla="*/ 14 w 467"/>
                    <a:gd name="T13" fmla="*/ 115 h 380"/>
                    <a:gd name="T14" fmla="*/ 28 w 467"/>
                    <a:gd name="T15" fmla="*/ 129 h 380"/>
                    <a:gd name="T16" fmla="*/ 28 w 467"/>
                    <a:gd name="T17" fmla="*/ 291 h 380"/>
                    <a:gd name="T18" fmla="*/ 36 w 467"/>
                    <a:gd name="T19" fmla="*/ 300 h 380"/>
                    <a:gd name="T20" fmla="*/ 340 w 467"/>
                    <a:gd name="T21" fmla="*/ 300 h 380"/>
                    <a:gd name="T22" fmla="*/ 351 w 467"/>
                    <a:gd name="T23" fmla="*/ 306 h 380"/>
                    <a:gd name="T24" fmla="*/ 364 w 467"/>
                    <a:gd name="T25" fmla="*/ 323 h 380"/>
                    <a:gd name="T26" fmla="*/ 364 w 467"/>
                    <a:gd name="T27" fmla="*/ 314 h 380"/>
                    <a:gd name="T28" fmla="*/ 378 w 467"/>
                    <a:gd name="T29" fmla="*/ 300 h 380"/>
                    <a:gd name="T30" fmla="*/ 430 w 467"/>
                    <a:gd name="T31" fmla="*/ 300 h 380"/>
                    <a:gd name="T32" fmla="*/ 439 w 467"/>
                    <a:gd name="T33" fmla="*/ 291 h 380"/>
                    <a:gd name="T34" fmla="*/ 439 w 467"/>
                    <a:gd name="T35" fmla="*/ 36 h 380"/>
                    <a:gd name="T36" fmla="*/ 430 w 467"/>
                    <a:gd name="T37" fmla="*/ 28 h 380"/>
                    <a:gd name="T38" fmla="*/ 214 w 467"/>
                    <a:gd name="T39" fmla="*/ 28 h 380"/>
                    <a:gd name="T40" fmla="*/ 200 w 467"/>
                    <a:gd name="T41" fmla="*/ 14 h 380"/>
                    <a:gd name="T42" fmla="*/ 214 w 467"/>
                    <a:gd name="T43" fmla="*/ 0 h 380"/>
                    <a:gd name="T44" fmla="*/ 430 w 467"/>
                    <a:gd name="T45" fmla="*/ 0 h 380"/>
                    <a:gd name="T46" fmla="*/ 467 w 467"/>
                    <a:gd name="T47" fmla="*/ 36 h 380"/>
                    <a:gd name="T48" fmla="*/ 467 w 467"/>
                    <a:gd name="T49" fmla="*/ 291 h 380"/>
                    <a:gd name="T50" fmla="*/ 430 w 467"/>
                    <a:gd name="T51" fmla="*/ 328 h 380"/>
                    <a:gd name="T52" fmla="*/ 392 w 467"/>
                    <a:gd name="T53" fmla="*/ 328 h 380"/>
                    <a:gd name="T54" fmla="*/ 392 w 467"/>
                    <a:gd name="T55" fmla="*/ 366 h 380"/>
                    <a:gd name="T56" fmla="*/ 382 w 467"/>
                    <a:gd name="T57" fmla="*/ 380 h 380"/>
                    <a:gd name="T58" fmla="*/ 378 w 467"/>
                    <a:gd name="T59" fmla="*/ 380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467" h="380">
                      <a:moveTo>
                        <a:pt x="378" y="380"/>
                      </a:moveTo>
                      <a:cubicBezTo>
                        <a:pt x="373" y="380"/>
                        <a:pt x="369" y="378"/>
                        <a:pt x="366" y="374"/>
                      </a:cubicBezTo>
                      <a:cubicBezTo>
                        <a:pt x="333" y="328"/>
                        <a:pt x="333" y="328"/>
                        <a:pt x="333" y="328"/>
                      </a:cubicBezTo>
                      <a:cubicBezTo>
                        <a:pt x="36" y="328"/>
                        <a:pt x="36" y="328"/>
                        <a:pt x="36" y="328"/>
                      </a:cubicBezTo>
                      <a:cubicBezTo>
                        <a:pt x="16" y="328"/>
                        <a:pt x="0" y="311"/>
                        <a:pt x="0" y="291"/>
                      </a:cubicBezTo>
                      <a:cubicBezTo>
                        <a:pt x="0" y="129"/>
                        <a:pt x="0" y="129"/>
                        <a:pt x="0" y="129"/>
                      </a:cubicBezTo>
                      <a:cubicBezTo>
                        <a:pt x="0" y="121"/>
                        <a:pt x="6" y="115"/>
                        <a:pt x="14" y="115"/>
                      </a:cubicBezTo>
                      <a:cubicBezTo>
                        <a:pt x="21" y="115"/>
                        <a:pt x="28" y="121"/>
                        <a:pt x="28" y="129"/>
                      </a:cubicBezTo>
                      <a:cubicBezTo>
                        <a:pt x="28" y="291"/>
                        <a:pt x="28" y="291"/>
                        <a:pt x="28" y="291"/>
                      </a:cubicBezTo>
                      <a:cubicBezTo>
                        <a:pt x="28" y="296"/>
                        <a:pt x="31" y="300"/>
                        <a:pt x="36" y="300"/>
                      </a:cubicBezTo>
                      <a:cubicBezTo>
                        <a:pt x="340" y="300"/>
                        <a:pt x="340" y="300"/>
                        <a:pt x="340" y="300"/>
                      </a:cubicBezTo>
                      <a:cubicBezTo>
                        <a:pt x="344" y="300"/>
                        <a:pt x="349" y="302"/>
                        <a:pt x="351" y="306"/>
                      </a:cubicBezTo>
                      <a:cubicBezTo>
                        <a:pt x="364" y="323"/>
                        <a:pt x="364" y="323"/>
                        <a:pt x="364" y="323"/>
                      </a:cubicBezTo>
                      <a:cubicBezTo>
                        <a:pt x="364" y="314"/>
                        <a:pt x="364" y="314"/>
                        <a:pt x="364" y="314"/>
                      </a:cubicBezTo>
                      <a:cubicBezTo>
                        <a:pt x="364" y="306"/>
                        <a:pt x="370" y="300"/>
                        <a:pt x="378" y="300"/>
                      </a:cubicBezTo>
                      <a:cubicBezTo>
                        <a:pt x="430" y="300"/>
                        <a:pt x="430" y="300"/>
                        <a:pt x="430" y="300"/>
                      </a:cubicBezTo>
                      <a:cubicBezTo>
                        <a:pt x="435" y="300"/>
                        <a:pt x="439" y="296"/>
                        <a:pt x="439" y="291"/>
                      </a:cubicBezTo>
                      <a:cubicBezTo>
                        <a:pt x="439" y="36"/>
                        <a:pt x="439" y="36"/>
                        <a:pt x="439" y="36"/>
                      </a:cubicBezTo>
                      <a:cubicBezTo>
                        <a:pt x="439" y="32"/>
                        <a:pt x="435" y="28"/>
                        <a:pt x="430" y="28"/>
                      </a:cubicBezTo>
                      <a:cubicBezTo>
                        <a:pt x="214" y="28"/>
                        <a:pt x="214" y="28"/>
                        <a:pt x="214" y="28"/>
                      </a:cubicBezTo>
                      <a:cubicBezTo>
                        <a:pt x="206" y="28"/>
                        <a:pt x="200" y="21"/>
                        <a:pt x="200" y="14"/>
                      </a:cubicBezTo>
                      <a:cubicBezTo>
                        <a:pt x="200" y="6"/>
                        <a:pt x="206" y="0"/>
                        <a:pt x="214" y="0"/>
                      </a:cubicBezTo>
                      <a:cubicBezTo>
                        <a:pt x="430" y="0"/>
                        <a:pt x="430" y="0"/>
                        <a:pt x="430" y="0"/>
                      </a:cubicBezTo>
                      <a:cubicBezTo>
                        <a:pt x="450" y="0"/>
                        <a:pt x="467" y="16"/>
                        <a:pt x="467" y="36"/>
                      </a:cubicBezTo>
                      <a:cubicBezTo>
                        <a:pt x="467" y="291"/>
                        <a:pt x="467" y="291"/>
                        <a:pt x="467" y="291"/>
                      </a:cubicBezTo>
                      <a:cubicBezTo>
                        <a:pt x="467" y="311"/>
                        <a:pt x="450" y="328"/>
                        <a:pt x="430" y="328"/>
                      </a:cubicBezTo>
                      <a:cubicBezTo>
                        <a:pt x="392" y="328"/>
                        <a:pt x="392" y="328"/>
                        <a:pt x="392" y="328"/>
                      </a:cubicBezTo>
                      <a:cubicBezTo>
                        <a:pt x="392" y="366"/>
                        <a:pt x="392" y="366"/>
                        <a:pt x="392" y="366"/>
                      </a:cubicBezTo>
                      <a:cubicBezTo>
                        <a:pt x="392" y="372"/>
                        <a:pt x="388" y="378"/>
                        <a:pt x="382" y="380"/>
                      </a:cubicBezTo>
                      <a:cubicBezTo>
                        <a:pt x="380" y="380"/>
                        <a:pt x="379" y="380"/>
                        <a:pt x="378" y="380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97" name="Freeform 299">
                  <a:extLst>
                    <a:ext uri="{FF2B5EF4-FFF2-40B4-BE49-F238E27FC236}">
                      <a16:creationId xmlns:a16="http://schemas.microsoft.com/office/drawing/2014/main" id="{16A8746F-8A8C-445B-B047-6EBFA8D56F8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65488" y="3779838"/>
                  <a:ext cx="496887" cy="404812"/>
                </a:xfrm>
                <a:custGeom>
                  <a:avLst/>
                  <a:gdLst>
                    <a:gd name="T0" fmla="*/ 89 w 467"/>
                    <a:gd name="T1" fmla="*/ 380 h 380"/>
                    <a:gd name="T2" fmla="*/ 84 w 467"/>
                    <a:gd name="T3" fmla="*/ 380 h 380"/>
                    <a:gd name="T4" fmla="*/ 75 w 467"/>
                    <a:gd name="T5" fmla="*/ 366 h 380"/>
                    <a:gd name="T6" fmla="*/ 75 w 467"/>
                    <a:gd name="T7" fmla="*/ 328 h 380"/>
                    <a:gd name="T8" fmla="*/ 36 w 467"/>
                    <a:gd name="T9" fmla="*/ 328 h 380"/>
                    <a:gd name="T10" fmla="*/ 0 w 467"/>
                    <a:gd name="T11" fmla="*/ 291 h 380"/>
                    <a:gd name="T12" fmla="*/ 0 w 467"/>
                    <a:gd name="T13" fmla="*/ 36 h 380"/>
                    <a:gd name="T14" fmla="*/ 36 w 467"/>
                    <a:gd name="T15" fmla="*/ 0 h 380"/>
                    <a:gd name="T16" fmla="*/ 430 w 467"/>
                    <a:gd name="T17" fmla="*/ 0 h 380"/>
                    <a:gd name="T18" fmla="*/ 467 w 467"/>
                    <a:gd name="T19" fmla="*/ 36 h 380"/>
                    <a:gd name="T20" fmla="*/ 467 w 467"/>
                    <a:gd name="T21" fmla="*/ 291 h 380"/>
                    <a:gd name="T22" fmla="*/ 430 w 467"/>
                    <a:gd name="T23" fmla="*/ 328 h 380"/>
                    <a:gd name="T24" fmla="*/ 134 w 467"/>
                    <a:gd name="T25" fmla="*/ 328 h 380"/>
                    <a:gd name="T26" fmla="*/ 100 w 467"/>
                    <a:gd name="T27" fmla="*/ 374 h 380"/>
                    <a:gd name="T28" fmla="*/ 89 w 467"/>
                    <a:gd name="T29" fmla="*/ 380 h 380"/>
                    <a:gd name="T30" fmla="*/ 36 w 467"/>
                    <a:gd name="T31" fmla="*/ 28 h 380"/>
                    <a:gd name="T32" fmla="*/ 28 w 467"/>
                    <a:gd name="T33" fmla="*/ 36 h 380"/>
                    <a:gd name="T34" fmla="*/ 28 w 467"/>
                    <a:gd name="T35" fmla="*/ 291 h 380"/>
                    <a:gd name="T36" fmla="*/ 36 w 467"/>
                    <a:gd name="T37" fmla="*/ 300 h 380"/>
                    <a:gd name="T38" fmla="*/ 89 w 467"/>
                    <a:gd name="T39" fmla="*/ 300 h 380"/>
                    <a:gd name="T40" fmla="*/ 103 w 467"/>
                    <a:gd name="T41" fmla="*/ 314 h 380"/>
                    <a:gd name="T42" fmla="*/ 103 w 467"/>
                    <a:gd name="T43" fmla="*/ 323 h 380"/>
                    <a:gd name="T44" fmla="*/ 115 w 467"/>
                    <a:gd name="T45" fmla="*/ 306 h 380"/>
                    <a:gd name="T46" fmla="*/ 126 w 467"/>
                    <a:gd name="T47" fmla="*/ 300 h 380"/>
                    <a:gd name="T48" fmla="*/ 430 w 467"/>
                    <a:gd name="T49" fmla="*/ 300 h 380"/>
                    <a:gd name="T50" fmla="*/ 439 w 467"/>
                    <a:gd name="T51" fmla="*/ 291 h 380"/>
                    <a:gd name="T52" fmla="*/ 439 w 467"/>
                    <a:gd name="T53" fmla="*/ 36 h 380"/>
                    <a:gd name="T54" fmla="*/ 430 w 467"/>
                    <a:gd name="T55" fmla="*/ 28 h 380"/>
                    <a:gd name="T56" fmla="*/ 36 w 467"/>
                    <a:gd name="T57" fmla="*/ 28 h 3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467" h="380">
                      <a:moveTo>
                        <a:pt x="89" y="380"/>
                      </a:moveTo>
                      <a:cubicBezTo>
                        <a:pt x="87" y="380"/>
                        <a:pt x="86" y="380"/>
                        <a:pt x="84" y="380"/>
                      </a:cubicBezTo>
                      <a:cubicBezTo>
                        <a:pt x="79" y="378"/>
                        <a:pt x="75" y="372"/>
                        <a:pt x="75" y="366"/>
                      </a:cubicBezTo>
                      <a:cubicBezTo>
                        <a:pt x="75" y="328"/>
                        <a:pt x="75" y="328"/>
                        <a:pt x="75" y="328"/>
                      </a:cubicBezTo>
                      <a:cubicBezTo>
                        <a:pt x="36" y="328"/>
                        <a:pt x="36" y="328"/>
                        <a:pt x="36" y="328"/>
                      </a:cubicBezTo>
                      <a:cubicBezTo>
                        <a:pt x="16" y="328"/>
                        <a:pt x="0" y="311"/>
                        <a:pt x="0" y="291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6" y="0"/>
                        <a:pt x="36" y="0"/>
                      </a:cubicBezTo>
                      <a:cubicBezTo>
                        <a:pt x="430" y="0"/>
                        <a:pt x="430" y="0"/>
                        <a:pt x="430" y="0"/>
                      </a:cubicBezTo>
                      <a:cubicBezTo>
                        <a:pt x="450" y="0"/>
                        <a:pt x="467" y="16"/>
                        <a:pt x="467" y="36"/>
                      </a:cubicBezTo>
                      <a:cubicBezTo>
                        <a:pt x="467" y="291"/>
                        <a:pt x="467" y="291"/>
                        <a:pt x="467" y="291"/>
                      </a:cubicBezTo>
                      <a:cubicBezTo>
                        <a:pt x="467" y="311"/>
                        <a:pt x="450" y="328"/>
                        <a:pt x="430" y="328"/>
                      </a:cubicBezTo>
                      <a:cubicBezTo>
                        <a:pt x="134" y="328"/>
                        <a:pt x="134" y="328"/>
                        <a:pt x="134" y="328"/>
                      </a:cubicBezTo>
                      <a:cubicBezTo>
                        <a:pt x="100" y="374"/>
                        <a:pt x="100" y="374"/>
                        <a:pt x="100" y="374"/>
                      </a:cubicBezTo>
                      <a:cubicBezTo>
                        <a:pt x="97" y="378"/>
                        <a:pt x="93" y="380"/>
                        <a:pt x="89" y="380"/>
                      </a:cubicBezTo>
                      <a:close/>
                      <a:moveTo>
                        <a:pt x="36" y="28"/>
                      </a:moveTo>
                      <a:cubicBezTo>
                        <a:pt x="31" y="28"/>
                        <a:pt x="28" y="32"/>
                        <a:pt x="28" y="36"/>
                      </a:cubicBezTo>
                      <a:cubicBezTo>
                        <a:pt x="28" y="291"/>
                        <a:pt x="28" y="291"/>
                        <a:pt x="28" y="291"/>
                      </a:cubicBezTo>
                      <a:cubicBezTo>
                        <a:pt x="28" y="296"/>
                        <a:pt x="31" y="300"/>
                        <a:pt x="36" y="300"/>
                      </a:cubicBezTo>
                      <a:cubicBezTo>
                        <a:pt x="89" y="300"/>
                        <a:pt x="89" y="300"/>
                        <a:pt x="89" y="300"/>
                      </a:cubicBezTo>
                      <a:cubicBezTo>
                        <a:pt x="96" y="300"/>
                        <a:pt x="103" y="306"/>
                        <a:pt x="103" y="314"/>
                      </a:cubicBezTo>
                      <a:cubicBezTo>
                        <a:pt x="103" y="323"/>
                        <a:pt x="103" y="323"/>
                        <a:pt x="103" y="323"/>
                      </a:cubicBezTo>
                      <a:cubicBezTo>
                        <a:pt x="115" y="306"/>
                        <a:pt x="115" y="306"/>
                        <a:pt x="115" y="306"/>
                      </a:cubicBezTo>
                      <a:cubicBezTo>
                        <a:pt x="118" y="302"/>
                        <a:pt x="122" y="300"/>
                        <a:pt x="126" y="300"/>
                      </a:cubicBezTo>
                      <a:cubicBezTo>
                        <a:pt x="430" y="300"/>
                        <a:pt x="430" y="300"/>
                        <a:pt x="430" y="300"/>
                      </a:cubicBezTo>
                      <a:cubicBezTo>
                        <a:pt x="435" y="300"/>
                        <a:pt x="439" y="296"/>
                        <a:pt x="439" y="291"/>
                      </a:cubicBezTo>
                      <a:cubicBezTo>
                        <a:pt x="439" y="36"/>
                        <a:pt x="439" y="36"/>
                        <a:pt x="439" y="36"/>
                      </a:cubicBezTo>
                      <a:cubicBezTo>
                        <a:pt x="439" y="32"/>
                        <a:pt x="435" y="28"/>
                        <a:pt x="430" y="28"/>
                      </a:cubicBezTo>
                      <a:lnTo>
                        <a:pt x="36" y="28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D7F96FC7-3577-4D2D-A550-2BAF4C6B06B8}"/>
                </a:ext>
              </a:extLst>
            </p:cNvPr>
            <p:cNvGrpSpPr/>
            <p:nvPr/>
          </p:nvGrpSpPr>
          <p:grpSpPr>
            <a:xfrm>
              <a:off x="3554773" y="3329498"/>
              <a:ext cx="882663" cy="820708"/>
              <a:chOff x="3554773" y="3329498"/>
              <a:chExt cx="882663" cy="820708"/>
            </a:xfrm>
          </p:grpSpPr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27DF09D4-63F2-4B03-95AE-996B5188C282}"/>
                  </a:ext>
                </a:extLst>
              </p:cNvPr>
              <p:cNvSpPr/>
              <p:nvPr/>
            </p:nvSpPr>
            <p:spPr>
              <a:xfrm>
                <a:off x="3554773" y="3790206"/>
                <a:ext cx="882663" cy="36000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미디어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트레이닝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98" name="Group 635">
                <a:extLst>
                  <a:ext uri="{FF2B5EF4-FFF2-40B4-BE49-F238E27FC236}">
                    <a16:creationId xmlns:a16="http://schemas.microsoft.com/office/drawing/2014/main" id="{1DA99D50-1B00-446A-B554-E12ACCB8DEC7}"/>
                  </a:ext>
                </a:extLst>
              </p:cNvPr>
              <p:cNvGrpSpPr/>
              <p:nvPr/>
            </p:nvGrpSpPr>
            <p:grpSpPr>
              <a:xfrm>
                <a:off x="3802220" y="3329498"/>
                <a:ext cx="387768" cy="363329"/>
                <a:chOff x="6716713" y="5270500"/>
                <a:chExt cx="755650" cy="708025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299" name="Freeform 92">
                  <a:extLst>
                    <a:ext uri="{FF2B5EF4-FFF2-40B4-BE49-F238E27FC236}">
                      <a16:creationId xmlns:a16="http://schemas.microsoft.com/office/drawing/2014/main" id="{AC5A92C6-877E-43A4-942F-9BDD84FF6AC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716713" y="5270500"/>
                  <a:ext cx="755650" cy="708025"/>
                </a:xfrm>
                <a:custGeom>
                  <a:avLst/>
                  <a:gdLst>
                    <a:gd name="T0" fmla="*/ 224 w 229"/>
                    <a:gd name="T1" fmla="*/ 55 h 215"/>
                    <a:gd name="T2" fmla="*/ 172 w 229"/>
                    <a:gd name="T3" fmla="*/ 82 h 215"/>
                    <a:gd name="T4" fmla="*/ 160 w 229"/>
                    <a:gd name="T5" fmla="*/ 64 h 215"/>
                    <a:gd name="T6" fmla="*/ 154 w 229"/>
                    <a:gd name="T7" fmla="*/ 35 h 215"/>
                    <a:gd name="T8" fmla="*/ 88 w 229"/>
                    <a:gd name="T9" fmla="*/ 21 h 215"/>
                    <a:gd name="T10" fmla="*/ 21 w 229"/>
                    <a:gd name="T11" fmla="*/ 35 h 215"/>
                    <a:gd name="T12" fmla="*/ 12 w 229"/>
                    <a:gd name="T13" fmla="*/ 64 h 215"/>
                    <a:gd name="T14" fmla="*/ 0 w 229"/>
                    <a:gd name="T15" fmla="*/ 157 h 215"/>
                    <a:gd name="T16" fmla="*/ 39 w 229"/>
                    <a:gd name="T17" fmla="*/ 169 h 215"/>
                    <a:gd name="T18" fmla="*/ 42 w 229"/>
                    <a:gd name="T19" fmla="*/ 188 h 215"/>
                    <a:gd name="T20" fmla="*/ 57 w 229"/>
                    <a:gd name="T21" fmla="*/ 212 h 215"/>
                    <a:gd name="T22" fmla="*/ 115 w 229"/>
                    <a:gd name="T23" fmla="*/ 215 h 215"/>
                    <a:gd name="T24" fmla="*/ 118 w 229"/>
                    <a:gd name="T25" fmla="*/ 188 h 215"/>
                    <a:gd name="T26" fmla="*/ 136 w 229"/>
                    <a:gd name="T27" fmla="*/ 184 h 215"/>
                    <a:gd name="T28" fmla="*/ 160 w 229"/>
                    <a:gd name="T29" fmla="*/ 169 h 215"/>
                    <a:gd name="T30" fmla="*/ 172 w 229"/>
                    <a:gd name="T31" fmla="*/ 142 h 215"/>
                    <a:gd name="T32" fmla="*/ 224 w 229"/>
                    <a:gd name="T33" fmla="*/ 169 h 215"/>
                    <a:gd name="T34" fmla="*/ 228 w 229"/>
                    <a:gd name="T35" fmla="*/ 169 h 215"/>
                    <a:gd name="T36" fmla="*/ 229 w 229"/>
                    <a:gd name="T37" fmla="*/ 58 h 215"/>
                    <a:gd name="T38" fmla="*/ 119 w 229"/>
                    <a:gd name="T39" fmla="*/ 6 h 215"/>
                    <a:gd name="T40" fmla="*/ 119 w 229"/>
                    <a:gd name="T41" fmla="*/ 64 h 215"/>
                    <a:gd name="T42" fmla="*/ 119 w 229"/>
                    <a:gd name="T43" fmla="*/ 6 h 215"/>
                    <a:gd name="T44" fmla="*/ 79 w 229"/>
                    <a:gd name="T45" fmla="*/ 61 h 215"/>
                    <a:gd name="T46" fmla="*/ 82 w 229"/>
                    <a:gd name="T47" fmla="*/ 58 h 215"/>
                    <a:gd name="T48" fmla="*/ 85 w 229"/>
                    <a:gd name="T49" fmla="*/ 54 h 215"/>
                    <a:gd name="T50" fmla="*/ 87 w 229"/>
                    <a:gd name="T51" fmla="*/ 50 h 215"/>
                    <a:gd name="T52" fmla="*/ 88 w 229"/>
                    <a:gd name="T53" fmla="*/ 50 h 215"/>
                    <a:gd name="T54" fmla="*/ 90 w 229"/>
                    <a:gd name="T55" fmla="*/ 54 h 215"/>
                    <a:gd name="T56" fmla="*/ 93 w 229"/>
                    <a:gd name="T57" fmla="*/ 58 h 215"/>
                    <a:gd name="T58" fmla="*/ 96 w 229"/>
                    <a:gd name="T59" fmla="*/ 61 h 215"/>
                    <a:gd name="T60" fmla="*/ 99 w 229"/>
                    <a:gd name="T61" fmla="*/ 64 h 215"/>
                    <a:gd name="T62" fmla="*/ 76 w 229"/>
                    <a:gd name="T63" fmla="*/ 63 h 215"/>
                    <a:gd name="T64" fmla="*/ 56 w 229"/>
                    <a:gd name="T65" fmla="*/ 6 h 215"/>
                    <a:gd name="T66" fmla="*/ 56 w 229"/>
                    <a:gd name="T67" fmla="*/ 64 h 215"/>
                    <a:gd name="T68" fmla="*/ 112 w 229"/>
                    <a:gd name="T69" fmla="*/ 209 h 215"/>
                    <a:gd name="T70" fmla="*/ 63 w 229"/>
                    <a:gd name="T71" fmla="*/ 188 h 215"/>
                    <a:gd name="T72" fmla="*/ 112 w 229"/>
                    <a:gd name="T73" fmla="*/ 209 h 215"/>
                    <a:gd name="T74" fmla="*/ 115 w 229"/>
                    <a:gd name="T75" fmla="*/ 181 h 215"/>
                    <a:gd name="T76" fmla="*/ 45 w 229"/>
                    <a:gd name="T77" fmla="*/ 181 h 215"/>
                    <a:gd name="T78" fmla="*/ 130 w 229"/>
                    <a:gd name="T79" fmla="*/ 169 h 215"/>
                    <a:gd name="T80" fmla="*/ 166 w 229"/>
                    <a:gd name="T81" fmla="*/ 157 h 215"/>
                    <a:gd name="T82" fmla="*/ 133 w 229"/>
                    <a:gd name="T83" fmla="*/ 163 h 215"/>
                    <a:gd name="T84" fmla="*/ 12 w 229"/>
                    <a:gd name="T85" fmla="*/ 163 h 215"/>
                    <a:gd name="T86" fmla="*/ 6 w 229"/>
                    <a:gd name="T87" fmla="*/ 76 h 215"/>
                    <a:gd name="T88" fmla="*/ 56 w 229"/>
                    <a:gd name="T89" fmla="*/ 70 h 215"/>
                    <a:gd name="T90" fmla="*/ 160 w 229"/>
                    <a:gd name="T91" fmla="*/ 70 h 215"/>
                    <a:gd name="T92" fmla="*/ 166 w 229"/>
                    <a:gd name="T93" fmla="*/ 85 h 215"/>
                    <a:gd name="T94" fmla="*/ 166 w 229"/>
                    <a:gd name="T95" fmla="*/ 157 h 215"/>
                    <a:gd name="T96" fmla="*/ 184 w 229"/>
                    <a:gd name="T97" fmla="*/ 88 h 215"/>
                    <a:gd name="T98" fmla="*/ 172 w 229"/>
                    <a:gd name="T99" fmla="*/ 136 h 215"/>
                    <a:gd name="T100" fmla="*/ 223 w 229"/>
                    <a:gd name="T101" fmla="*/ 160 h 215"/>
                    <a:gd name="T102" fmla="*/ 190 w 229"/>
                    <a:gd name="T103" fmla="*/ 86 h 215"/>
                    <a:gd name="T104" fmla="*/ 223 w 229"/>
                    <a:gd name="T105" fmla="*/ 160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229" h="215">
                      <a:moveTo>
                        <a:pt x="228" y="55"/>
                      </a:moveTo>
                      <a:cubicBezTo>
                        <a:pt x="227" y="54"/>
                        <a:pt x="225" y="54"/>
                        <a:pt x="224" y="55"/>
                      </a:cubicBezTo>
                      <a:cubicBezTo>
                        <a:pt x="186" y="82"/>
                        <a:pt x="186" y="82"/>
                        <a:pt x="186" y="82"/>
                      </a:cubicBezTo>
                      <a:cubicBezTo>
                        <a:pt x="172" y="82"/>
                        <a:pt x="172" y="82"/>
                        <a:pt x="172" y="82"/>
                      </a:cubicBezTo>
                      <a:cubicBezTo>
                        <a:pt x="172" y="76"/>
                        <a:pt x="172" y="76"/>
                        <a:pt x="172" y="76"/>
                      </a:cubicBezTo>
                      <a:cubicBezTo>
                        <a:pt x="172" y="69"/>
                        <a:pt x="167" y="64"/>
                        <a:pt x="160" y="64"/>
                      </a:cubicBezTo>
                      <a:cubicBezTo>
                        <a:pt x="139" y="64"/>
                        <a:pt x="139" y="64"/>
                        <a:pt x="139" y="64"/>
                      </a:cubicBezTo>
                      <a:cubicBezTo>
                        <a:pt x="148" y="57"/>
                        <a:pt x="154" y="47"/>
                        <a:pt x="154" y="35"/>
                      </a:cubicBezTo>
                      <a:cubicBezTo>
                        <a:pt x="154" y="16"/>
                        <a:pt x="138" y="0"/>
                        <a:pt x="119" y="0"/>
                      </a:cubicBezTo>
                      <a:cubicBezTo>
                        <a:pt x="105" y="0"/>
                        <a:pt x="93" y="9"/>
                        <a:pt x="88" y="21"/>
                      </a:cubicBezTo>
                      <a:cubicBezTo>
                        <a:pt x="82" y="9"/>
                        <a:pt x="70" y="0"/>
                        <a:pt x="56" y="0"/>
                      </a:cubicBezTo>
                      <a:cubicBezTo>
                        <a:pt x="37" y="0"/>
                        <a:pt x="21" y="16"/>
                        <a:pt x="21" y="35"/>
                      </a:cubicBezTo>
                      <a:cubicBezTo>
                        <a:pt x="21" y="47"/>
                        <a:pt x="27" y="57"/>
                        <a:pt x="36" y="64"/>
                      </a:cubicBezTo>
                      <a:cubicBezTo>
                        <a:pt x="12" y="64"/>
                        <a:pt x="12" y="64"/>
                        <a:pt x="12" y="64"/>
                      </a:cubicBezTo>
                      <a:cubicBezTo>
                        <a:pt x="6" y="64"/>
                        <a:pt x="0" y="69"/>
                        <a:pt x="0" y="76"/>
                      </a:cubicBez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0" y="164"/>
                        <a:pt x="6" y="169"/>
                        <a:pt x="12" y="169"/>
                      </a:cubicBezTo>
                      <a:cubicBezTo>
                        <a:pt x="39" y="169"/>
                        <a:pt x="39" y="169"/>
                        <a:pt x="39" y="169"/>
                      </a:cubicBezTo>
                      <a:cubicBezTo>
                        <a:pt x="39" y="184"/>
                        <a:pt x="39" y="184"/>
                        <a:pt x="39" y="184"/>
                      </a:cubicBezTo>
                      <a:cubicBezTo>
                        <a:pt x="39" y="186"/>
                        <a:pt x="41" y="188"/>
                        <a:pt x="42" y="188"/>
                      </a:cubicBezTo>
                      <a:cubicBezTo>
                        <a:pt x="57" y="188"/>
                        <a:pt x="57" y="188"/>
                        <a:pt x="57" y="188"/>
                      </a:cubicBezTo>
                      <a:cubicBezTo>
                        <a:pt x="57" y="212"/>
                        <a:pt x="57" y="212"/>
                        <a:pt x="57" y="212"/>
                      </a:cubicBezTo>
                      <a:cubicBezTo>
                        <a:pt x="57" y="213"/>
                        <a:pt x="59" y="215"/>
                        <a:pt x="60" y="215"/>
                      </a:cubicBezTo>
                      <a:cubicBezTo>
                        <a:pt x="115" y="215"/>
                        <a:pt x="115" y="215"/>
                        <a:pt x="115" y="215"/>
                      </a:cubicBezTo>
                      <a:cubicBezTo>
                        <a:pt x="116" y="215"/>
                        <a:pt x="118" y="213"/>
                        <a:pt x="118" y="212"/>
                      </a:cubicBezTo>
                      <a:cubicBezTo>
                        <a:pt x="118" y="188"/>
                        <a:pt x="118" y="188"/>
                        <a:pt x="118" y="188"/>
                      </a:cubicBezTo>
                      <a:cubicBezTo>
                        <a:pt x="133" y="188"/>
                        <a:pt x="133" y="188"/>
                        <a:pt x="133" y="188"/>
                      </a:cubicBezTo>
                      <a:cubicBezTo>
                        <a:pt x="135" y="188"/>
                        <a:pt x="136" y="186"/>
                        <a:pt x="136" y="184"/>
                      </a:cubicBezTo>
                      <a:cubicBezTo>
                        <a:pt x="136" y="169"/>
                        <a:pt x="136" y="169"/>
                        <a:pt x="136" y="169"/>
                      </a:cubicBezTo>
                      <a:cubicBezTo>
                        <a:pt x="160" y="169"/>
                        <a:pt x="160" y="169"/>
                        <a:pt x="160" y="169"/>
                      </a:cubicBezTo>
                      <a:cubicBezTo>
                        <a:pt x="167" y="169"/>
                        <a:pt x="172" y="164"/>
                        <a:pt x="172" y="157"/>
                      </a:cubicBezTo>
                      <a:cubicBezTo>
                        <a:pt x="172" y="142"/>
                        <a:pt x="172" y="142"/>
                        <a:pt x="172" y="142"/>
                      </a:cubicBezTo>
                      <a:cubicBezTo>
                        <a:pt x="186" y="142"/>
                        <a:pt x="186" y="142"/>
                        <a:pt x="186" y="142"/>
                      </a:cubicBezTo>
                      <a:cubicBezTo>
                        <a:pt x="224" y="169"/>
                        <a:pt x="224" y="169"/>
                        <a:pt x="224" y="169"/>
                      </a:cubicBezTo>
                      <a:cubicBezTo>
                        <a:pt x="225" y="169"/>
                        <a:pt x="226" y="169"/>
                        <a:pt x="226" y="169"/>
                      </a:cubicBezTo>
                      <a:cubicBezTo>
                        <a:pt x="227" y="169"/>
                        <a:pt x="227" y="169"/>
                        <a:pt x="228" y="169"/>
                      </a:cubicBezTo>
                      <a:cubicBezTo>
                        <a:pt x="229" y="169"/>
                        <a:pt x="229" y="167"/>
                        <a:pt x="229" y="166"/>
                      </a:cubicBezTo>
                      <a:cubicBezTo>
                        <a:pt x="229" y="58"/>
                        <a:pt x="229" y="58"/>
                        <a:pt x="229" y="58"/>
                      </a:cubicBezTo>
                      <a:cubicBezTo>
                        <a:pt x="229" y="56"/>
                        <a:pt x="229" y="55"/>
                        <a:pt x="228" y="55"/>
                      </a:cubicBezTo>
                      <a:close/>
                      <a:moveTo>
                        <a:pt x="119" y="6"/>
                      </a:moveTo>
                      <a:cubicBezTo>
                        <a:pt x="135" y="6"/>
                        <a:pt x="148" y="19"/>
                        <a:pt x="148" y="35"/>
                      </a:cubicBezTo>
                      <a:cubicBezTo>
                        <a:pt x="148" y="51"/>
                        <a:pt x="135" y="64"/>
                        <a:pt x="119" y="64"/>
                      </a:cubicBezTo>
                      <a:cubicBezTo>
                        <a:pt x="103" y="64"/>
                        <a:pt x="91" y="51"/>
                        <a:pt x="91" y="35"/>
                      </a:cubicBezTo>
                      <a:cubicBezTo>
                        <a:pt x="91" y="19"/>
                        <a:pt x="103" y="6"/>
                        <a:pt x="119" y="6"/>
                      </a:cubicBezTo>
                      <a:close/>
                      <a:moveTo>
                        <a:pt x="76" y="63"/>
                      </a:moveTo>
                      <a:cubicBezTo>
                        <a:pt x="77" y="63"/>
                        <a:pt x="78" y="62"/>
                        <a:pt x="79" y="61"/>
                      </a:cubicBezTo>
                      <a:cubicBezTo>
                        <a:pt x="79" y="61"/>
                        <a:pt x="79" y="60"/>
                        <a:pt x="80" y="60"/>
                      </a:cubicBezTo>
                      <a:cubicBezTo>
                        <a:pt x="81" y="59"/>
                        <a:pt x="81" y="58"/>
                        <a:pt x="82" y="58"/>
                      </a:cubicBezTo>
                      <a:cubicBezTo>
                        <a:pt x="82" y="57"/>
                        <a:pt x="82" y="57"/>
                        <a:pt x="83" y="57"/>
                      </a:cubicBezTo>
                      <a:cubicBezTo>
                        <a:pt x="83" y="56"/>
                        <a:pt x="84" y="55"/>
                        <a:pt x="85" y="54"/>
                      </a:cubicBezTo>
                      <a:cubicBezTo>
                        <a:pt x="85" y="53"/>
                        <a:pt x="85" y="53"/>
                        <a:pt x="86" y="53"/>
                      </a:cubicBezTo>
                      <a:cubicBezTo>
                        <a:pt x="86" y="52"/>
                        <a:pt x="87" y="51"/>
                        <a:pt x="87" y="50"/>
                      </a:cubicBezTo>
                      <a:cubicBezTo>
                        <a:pt x="87" y="50"/>
                        <a:pt x="87" y="50"/>
                        <a:pt x="88" y="49"/>
                      </a:cubicBezTo>
                      <a:cubicBezTo>
                        <a:pt x="88" y="50"/>
                        <a:pt x="88" y="50"/>
                        <a:pt x="88" y="50"/>
                      </a:cubicBezTo>
                      <a:cubicBezTo>
                        <a:pt x="88" y="51"/>
                        <a:pt x="89" y="52"/>
                        <a:pt x="89" y="53"/>
                      </a:cubicBezTo>
                      <a:cubicBezTo>
                        <a:pt x="90" y="53"/>
                        <a:pt x="90" y="53"/>
                        <a:pt x="90" y="54"/>
                      </a:cubicBezTo>
                      <a:cubicBezTo>
                        <a:pt x="91" y="55"/>
                        <a:pt x="92" y="56"/>
                        <a:pt x="92" y="57"/>
                      </a:cubicBezTo>
                      <a:cubicBezTo>
                        <a:pt x="93" y="57"/>
                        <a:pt x="93" y="57"/>
                        <a:pt x="93" y="58"/>
                      </a:cubicBezTo>
                      <a:cubicBezTo>
                        <a:pt x="94" y="58"/>
                        <a:pt x="94" y="59"/>
                        <a:pt x="95" y="60"/>
                      </a:cubicBezTo>
                      <a:cubicBezTo>
                        <a:pt x="96" y="60"/>
                        <a:pt x="96" y="61"/>
                        <a:pt x="96" y="61"/>
                      </a:cubicBezTo>
                      <a:cubicBezTo>
                        <a:pt x="97" y="62"/>
                        <a:pt x="98" y="63"/>
                        <a:pt x="99" y="63"/>
                      </a:cubicBezTo>
                      <a:cubicBezTo>
                        <a:pt x="99" y="63"/>
                        <a:pt x="99" y="63"/>
                        <a:pt x="99" y="64"/>
                      </a:cubicBezTo>
                      <a:cubicBezTo>
                        <a:pt x="76" y="64"/>
                        <a:pt x="76" y="64"/>
                        <a:pt x="76" y="64"/>
                      </a:cubicBezTo>
                      <a:cubicBezTo>
                        <a:pt x="76" y="63"/>
                        <a:pt x="76" y="63"/>
                        <a:pt x="76" y="63"/>
                      </a:cubicBezTo>
                      <a:close/>
                      <a:moveTo>
                        <a:pt x="27" y="35"/>
                      </a:moveTo>
                      <a:cubicBezTo>
                        <a:pt x="27" y="19"/>
                        <a:pt x="40" y="6"/>
                        <a:pt x="56" y="6"/>
                      </a:cubicBezTo>
                      <a:cubicBezTo>
                        <a:pt x="72" y="6"/>
                        <a:pt x="84" y="19"/>
                        <a:pt x="84" y="35"/>
                      </a:cubicBezTo>
                      <a:cubicBezTo>
                        <a:pt x="84" y="51"/>
                        <a:pt x="72" y="64"/>
                        <a:pt x="56" y="64"/>
                      </a:cubicBezTo>
                      <a:cubicBezTo>
                        <a:pt x="40" y="64"/>
                        <a:pt x="27" y="51"/>
                        <a:pt x="27" y="35"/>
                      </a:cubicBezTo>
                      <a:close/>
                      <a:moveTo>
                        <a:pt x="112" y="209"/>
                      </a:moveTo>
                      <a:cubicBezTo>
                        <a:pt x="63" y="209"/>
                        <a:pt x="63" y="209"/>
                        <a:pt x="63" y="209"/>
                      </a:cubicBezTo>
                      <a:cubicBezTo>
                        <a:pt x="63" y="188"/>
                        <a:pt x="63" y="188"/>
                        <a:pt x="63" y="188"/>
                      </a:cubicBezTo>
                      <a:cubicBezTo>
                        <a:pt x="112" y="188"/>
                        <a:pt x="112" y="188"/>
                        <a:pt x="112" y="188"/>
                      </a:cubicBezTo>
                      <a:lnTo>
                        <a:pt x="112" y="209"/>
                      </a:lnTo>
                      <a:close/>
                      <a:moveTo>
                        <a:pt x="130" y="181"/>
                      </a:moveTo>
                      <a:cubicBezTo>
                        <a:pt x="115" y="181"/>
                        <a:pt x="115" y="181"/>
                        <a:pt x="115" y="181"/>
                      </a:cubicBezTo>
                      <a:cubicBezTo>
                        <a:pt x="60" y="181"/>
                        <a:pt x="60" y="181"/>
                        <a:pt x="60" y="181"/>
                      </a:cubicBezTo>
                      <a:cubicBezTo>
                        <a:pt x="45" y="181"/>
                        <a:pt x="45" y="181"/>
                        <a:pt x="45" y="181"/>
                      </a:cubicBezTo>
                      <a:cubicBezTo>
                        <a:pt x="45" y="169"/>
                        <a:pt x="45" y="169"/>
                        <a:pt x="45" y="169"/>
                      </a:cubicBezTo>
                      <a:cubicBezTo>
                        <a:pt x="130" y="169"/>
                        <a:pt x="130" y="169"/>
                        <a:pt x="130" y="169"/>
                      </a:cubicBezTo>
                      <a:lnTo>
                        <a:pt x="130" y="181"/>
                      </a:lnTo>
                      <a:close/>
                      <a:moveTo>
                        <a:pt x="166" y="157"/>
                      </a:moveTo>
                      <a:cubicBezTo>
                        <a:pt x="166" y="161"/>
                        <a:pt x="163" y="163"/>
                        <a:pt x="160" y="163"/>
                      </a:cubicBezTo>
                      <a:cubicBezTo>
                        <a:pt x="133" y="163"/>
                        <a:pt x="133" y="163"/>
                        <a:pt x="133" y="163"/>
                      </a:cubicBezTo>
                      <a:cubicBezTo>
                        <a:pt x="42" y="163"/>
                        <a:pt x="42" y="163"/>
                        <a:pt x="42" y="163"/>
                      </a:cubicBezTo>
                      <a:cubicBezTo>
                        <a:pt x="12" y="163"/>
                        <a:pt x="12" y="163"/>
                        <a:pt x="12" y="163"/>
                      </a:cubicBezTo>
                      <a:cubicBezTo>
                        <a:pt x="9" y="163"/>
                        <a:pt x="6" y="161"/>
                        <a:pt x="6" y="157"/>
                      </a:cubicBezTo>
                      <a:cubicBezTo>
                        <a:pt x="6" y="76"/>
                        <a:pt x="6" y="76"/>
                        <a:pt x="6" y="76"/>
                      </a:cubicBezTo>
                      <a:cubicBezTo>
                        <a:pt x="6" y="72"/>
                        <a:pt x="9" y="70"/>
                        <a:pt x="12" y="70"/>
                      </a:cubicBezTo>
                      <a:cubicBezTo>
                        <a:pt x="56" y="70"/>
                        <a:pt x="56" y="70"/>
                        <a:pt x="56" y="70"/>
                      </a:cubicBezTo>
                      <a:cubicBezTo>
                        <a:pt x="119" y="70"/>
                        <a:pt x="119" y="70"/>
                        <a:pt x="119" y="70"/>
                      </a:cubicBezTo>
                      <a:cubicBezTo>
                        <a:pt x="160" y="70"/>
                        <a:pt x="160" y="70"/>
                        <a:pt x="160" y="70"/>
                      </a:cubicBezTo>
                      <a:cubicBezTo>
                        <a:pt x="163" y="70"/>
                        <a:pt x="166" y="72"/>
                        <a:pt x="166" y="76"/>
                      </a:cubicBezTo>
                      <a:cubicBezTo>
                        <a:pt x="166" y="85"/>
                        <a:pt x="166" y="85"/>
                        <a:pt x="166" y="85"/>
                      </a:cubicBezTo>
                      <a:cubicBezTo>
                        <a:pt x="166" y="139"/>
                        <a:pt x="166" y="139"/>
                        <a:pt x="166" y="139"/>
                      </a:cubicBezTo>
                      <a:lnTo>
                        <a:pt x="166" y="157"/>
                      </a:lnTo>
                      <a:close/>
                      <a:moveTo>
                        <a:pt x="172" y="88"/>
                      </a:moveTo>
                      <a:cubicBezTo>
                        <a:pt x="184" y="88"/>
                        <a:pt x="184" y="88"/>
                        <a:pt x="184" y="88"/>
                      </a:cubicBezTo>
                      <a:cubicBezTo>
                        <a:pt x="184" y="136"/>
                        <a:pt x="184" y="136"/>
                        <a:pt x="184" y="136"/>
                      </a:cubicBezTo>
                      <a:cubicBezTo>
                        <a:pt x="172" y="136"/>
                        <a:pt x="172" y="136"/>
                        <a:pt x="172" y="136"/>
                      </a:cubicBezTo>
                      <a:lnTo>
                        <a:pt x="172" y="88"/>
                      </a:lnTo>
                      <a:close/>
                      <a:moveTo>
                        <a:pt x="223" y="160"/>
                      </a:moveTo>
                      <a:cubicBezTo>
                        <a:pt x="190" y="138"/>
                        <a:pt x="190" y="138"/>
                        <a:pt x="190" y="138"/>
                      </a:cubicBezTo>
                      <a:cubicBezTo>
                        <a:pt x="190" y="86"/>
                        <a:pt x="190" y="86"/>
                        <a:pt x="190" y="86"/>
                      </a:cubicBezTo>
                      <a:cubicBezTo>
                        <a:pt x="223" y="64"/>
                        <a:pt x="223" y="64"/>
                        <a:pt x="223" y="64"/>
                      </a:cubicBezTo>
                      <a:lnTo>
                        <a:pt x="223" y="160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93">
                  <a:extLst>
                    <a:ext uri="{FF2B5EF4-FFF2-40B4-BE49-F238E27FC236}">
                      <a16:creationId xmlns:a16="http://schemas.microsoft.com/office/drawing/2014/main" id="{E4D1AA84-47FE-4A2F-91B9-796BBC58181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069138" y="5345113"/>
                  <a:ext cx="79375" cy="79375"/>
                </a:xfrm>
                <a:custGeom>
                  <a:avLst/>
                  <a:gdLst>
                    <a:gd name="T0" fmla="*/ 12 w 24"/>
                    <a:gd name="T1" fmla="*/ 24 h 24"/>
                    <a:gd name="T2" fmla="*/ 24 w 24"/>
                    <a:gd name="T3" fmla="*/ 12 h 24"/>
                    <a:gd name="T4" fmla="*/ 12 w 24"/>
                    <a:gd name="T5" fmla="*/ 0 h 24"/>
                    <a:gd name="T6" fmla="*/ 0 w 24"/>
                    <a:gd name="T7" fmla="*/ 12 h 24"/>
                    <a:gd name="T8" fmla="*/ 12 w 24"/>
                    <a:gd name="T9" fmla="*/ 24 h 24"/>
                    <a:gd name="T10" fmla="*/ 12 w 24"/>
                    <a:gd name="T11" fmla="*/ 6 h 24"/>
                    <a:gd name="T12" fmla="*/ 18 w 24"/>
                    <a:gd name="T13" fmla="*/ 12 h 24"/>
                    <a:gd name="T14" fmla="*/ 12 w 24"/>
                    <a:gd name="T15" fmla="*/ 18 h 24"/>
                    <a:gd name="T16" fmla="*/ 6 w 24"/>
                    <a:gd name="T17" fmla="*/ 12 h 24"/>
                    <a:gd name="T18" fmla="*/ 12 w 24"/>
                    <a:gd name="T19" fmla="*/ 6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" h="24">
                      <a:moveTo>
                        <a:pt x="12" y="24"/>
                      </a:moveTo>
                      <a:cubicBezTo>
                        <a:pt x="19" y="24"/>
                        <a:pt x="24" y="19"/>
                        <a:pt x="24" y="12"/>
                      </a:cubicBezTo>
                      <a:cubicBezTo>
                        <a:pt x="24" y="5"/>
                        <a:pt x="19" y="0"/>
                        <a:pt x="12" y="0"/>
                      </a:cubicBezTo>
                      <a:cubicBezTo>
                        <a:pt x="6" y="0"/>
                        <a:pt x="0" y="5"/>
                        <a:pt x="0" y="12"/>
                      </a:cubicBezTo>
                      <a:cubicBezTo>
                        <a:pt x="0" y="19"/>
                        <a:pt x="6" y="24"/>
                        <a:pt x="12" y="24"/>
                      </a:cubicBezTo>
                      <a:close/>
                      <a:moveTo>
                        <a:pt x="12" y="6"/>
                      </a:moveTo>
                      <a:cubicBezTo>
                        <a:pt x="16" y="6"/>
                        <a:pt x="18" y="9"/>
                        <a:pt x="18" y="12"/>
                      </a:cubicBezTo>
                      <a:cubicBezTo>
                        <a:pt x="18" y="15"/>
                        <a:pt x="16" y="18"/>
                        <a:pt x="12" y="18"/>
                      </a:cubicBezTo>
                      <a:cubicBezTo>
                        <a:pt x="9" y="18"/>
                        <a:pt x="6" y="15"/>
                        <a:pt x="6" y="12"/>
                      </a:cubicBezTo>
                      <a:cubicBezTo>
                        <a:pt x="6" y="9"/>
                        <a:pt x="9" y="6"/>
                        <a:pt x="12" y="6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 94">
                  <a:extLst>
                    <a:ext uri="{FF2B5EF4-FFF2-40B4-BE49-F238E27FC236}">
                      <a16:creationId xmlns:a16="http://schemas.microsoft.com/office/drawing/2014/main" id="{F32348C8-0108-4E49-BCED-2D8C45BEF39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815138" y="5553075"/>
                  <a:ext cx="231775" cy="201612"/>
                </a:xfrm>
                <a:custGeom>
                  <a:avLst/>
                  <a:gdLst>
                    <a:gd name="T0" fmla="*/ 67 w 70"/>
                    <a:gd name="T1" fmla="*/ 0 h 61"/>
                    <a:gd name="T2" fmla="*/ 3 w 70"/>
                    <a:gd name="T3" fmla="*/ 0 h 61"/>
                    <a:gd name="T4" fmla="*/ 0 w 70"/>
                    <a:gd name="T5" fmla="*/ 3 h 61"/>
                    <a:gd name="T6" fmla="*/ 0 w 70"/>
                    <a:gd name="T7" fmla="*/ 58 h 61"/>
                    <a:gd name="T8" fmla="*/ 3 w 70"/>
                    <a:gd name="T9" fmla="*/ 61 h 61"/>
                    <a:gd name="T10" fmla="*/ 67 w 70"/>
                    <a:gd name="T11" fmla="*/ 61 h 61"/>
                    <a:gd name="T12" fmla="*/ 70 w 70"/>
                    <a:gd name="T13" fmla="*/ 58 h 61"/>
                    <a:gd name="T14" fmla="*/ 70 w 70"/>
                    <a:gd name="T15" fmla="*/ 3 h 61"/>
                    <a:gd name="T16" fmla="*/ 67 w 70"/>
                    <a:gd name="T17" fmla="*/ 0 h 61"/>
                    <a:gd name="T18" fmla="*/ 63 w 70"/>
                    <a:gd name="T19" fmla="*/ 55 h 61"/>
                    <a:gd name="T20" fmla="*/ 6 w 70"/>
                    <a:gd name="T21" fmla="*/ 55 h 61"/>
                    <a:gd name="T22" fmla="*/ 6 w 70"/>
                    <a:gd name="T23" fmla="*/ 6 h 61"/>
                    <a:gd name="T24" fmla="*/ 63 w 70"/>
                    <a:gd name="T25" fmla="*/ 6 h 61"/>
                    <a:gd name="T26" fmla="*/ 63 w 70"/>
                    <a:gd name="T27" fmla="*/ 55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0" h="61">
                      <a:moveTo>
                        <a:pt x="6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0" y="59"/>
                        <a:pt x="1" y="61"/>
                        <a:pt x="3" y="61"/>
                      </a:cubicBezTo>
                      <a:cubicBezTo>
                        <a:pt x="67" y="61"/>
                        <a:pt x="67" y="61"/>
                        <a:pt x="67" y="61"/>
                      </a:cubicBezTo>
                      <a:cubicBezTo>
                        <a:pt x="68" y="61"/>
                        <a:pt x="70" y="59"/>
                        <a:pt x="70" y="58"/>
                      </a:cubicBezTo>
                      <a:cubicBezTo>
                        <a:pt x="70" y="3"/>
                        <a:pt x="70" y="3"/>
                        <a:pt x="70" y="3"/>
                      </a:cubicBezTo>
                      <a:cubicBezTo>
                        <a:pt x="70" y="2"/>
                        <a:pt x="68" y="0"/>
                        <a:pt x="67" y="0"/>
                      </a:cubicBezTo>
                      <a:close/>
                      <a:moveTo>
                        <a:pt x="63" y="55"/>
                      </a:moveTo>
                      <a:cubicBezTo>
                        <a:pt x="6" y="55"/>
                        <a:pt x="6" y="55"/>
                        <a:pt x="6" y="55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3" y="6"/>
                        <a:pt x="63" y="6"/>
                        <a:pt x="63" y="6"/>
                      </a:cubicBezTo>
                      <a:lnTo>
                        <a:pt x="63" y="55"/>
                      </a:ln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 95">
                  <a:extLst>
                    <a:ext uri="{FF2B5EF4-FFF2-40B4-BE49-F238E27FC236}">
                      <a16:creationId xmlns:a16="http://schemas.microsoft.com/office/drawing/2014/main" id="{3B44C2D5-E43B-45D5-9EAC-F66D529979C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862763" y="5345113"/>
                  <a:ext cx="77788" cy="79375"/>
                </a:xfrm>
                <a:custGeom>
                  <a:avLst/>
                  <a:gdLst>
                    <a:gd name="T0" fmla="*/ 12 w 24"/>
                    <a:gd name="T1" fmla="*/ 0 h 24"/>
                    <a:gd name="T2" fmla="*/ 0 w 24"/>
                    <a:gd name="T3" fmla="*/ 12 h 24"/>
                    <a:gd name="T4" fmla="*/ 12 w 24"/>
                    <a:gd name="T5" fmla="*/ 24 h 24"/>
                    <a:gd name="T6" fmla="*/ 24 w 24"/>
                    <a:gd name="T7" fmla="*/ 12 h 24"/>
                    <a:gd name="T8" fmla="*/ 12 w 24"/>
                    <a:gd name="T9" fmla="*/ 0 h 24"/>
                    <a:gd name="T10" fmla="*/ 12 w 24"/>
                    <a:gd name="T11" fmla="*/ 18 h 24"/>
                    <a:gd name="T12" fmla="*/ 6 w 24"/>
                    <a:gd name="T13" fmla="*/ 12 h 24"/>
                    <a:gd name="T14" fmla="*/ 12 w 24"/>
                    <a:gd name="T15" fmla="*/ 6 h 24"/>
                    <a:gd name="T16" fmla="*/ 18 w 24"/>
                    <a:gd name="T17" fmla="*/ 12 h 24"/>
                    <a:gd name="T18" fmla="*/ 12 w 24"/>
                    <a:gd name="T19" fmla="*/ 18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4" h="24">
                      <a:moveTo>
                        <a:pt x="12" y="0"/>
                      </a:moveTo>
                      <a:cubicBezTo>
                        <a:pt x="5" y="0"/>
                        <a:pt x="0" y="5"/>
                        <a:pt x="0" y="12"/>
                      </a:cubicBezTo>
                      <a:cubicBezTo>
                        <a:pt x="0" y="19"/>
                        <a:pt x="5" y="24"/>
                        <a:pt x="12" y="24"/>
                      </a:cubicBezTo>
                      <a:cubicBezTo>
                        <a:pt x="19" y="24"/>
                        <a:pt x="24" y="19"/>
                        <a:pt x="24" y="12"/>
                      </a:cubicBezTo>
                      <a:cubicBezTo>
                        <a:pt x="24" y="5"/>
                        <a:pt x="19" y="0"/>
                        <a:pt x="12" y="0"/>
                      </a:cubicBezTo>
                      <a:close/>
                      <a:moveTo>
                        <a:pt x="12" y="18"/>
                      </a:moveTo>
                      <a:cubicBezTo>
                        <a:pt x="9" y="18"/>
                        <a:pt x="6" y="15"/>
                        <a:pt x="6" y="12"/>
                      </a:cubicBezTo>
                      <a:cubicBezTo>
                        <a:pt x="6" y="9"/>
                        <a:pt x="9" y="6"/>
                        <a:pt x="12" y="6"/>
                      </a:cubicBezTo>
                      <a:cubicBezTo>
                        <a:pt x="15" y="6"/>
                        <a:pt x="18" y="9"/>
                        <a:pt x="18" y="12"/>
                      </a:cubicBezTo>
                      <a:cubicBezTo>
                        <a:pt x="18" y="15"/>
                        <a:pt x="15" y="18"/>
                        <a:pt x="12" y="1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Freeform 96">
                  <a:extLst>
                    <a:ext uri="{FF2B5EF4-FFF2-40B4-BE49-F238E27FC236}">
                      <a16:creationId xmlns:a16="http://schemas.microsoft.com/office/drawing/2014/main" id="{7745B2FC-2448-49D7-A2DE-306D35E5B5F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26288" y="5522913"/>
                  <a:ext cx="79375" cy="79375"/>
                </a:xfrm>
                <a:custGeom>
                  <a:avLst/>
                  <a:gdLst>
                    <a:gd name="T0" fmla="*/ 12 w 24"/>
                    <a:gd name="T1" fmla="*/ 0 h 24"/>
                    <a:gd name="T2" fmla="*/ 12 w 24"/>
                    <a:gd name="T3" fmla="*/ 0 h 24"/>
                    <a:gd name="T4" fmla="*/ 3 w 24"/>
                    <a:gd name="T5" fmla="*/ 4 h 24"/>
                    <a:gd name="T6" fmla="*/ 0 w 24"/>
                    <a:gd name="T7" fmla="*/ 12 h 24"/>
                    <a:gd name="T8" fmla="*/ 4 w 24"/>
                    <a:gd name="T9" fmla="*/ 21 h 24"/>
                    <a:gd name="T10" fmla="*/ 12 w 24"/>
                    <a:gd name="T11" fmla="*/ 24 h 24"/>
                    <a:gd name="T12" fmla="*/ 12 w 24"/>
                    <a:gd name="T13" fmla="*/ 24 h 24"/>
                    <a:gd name="T14" fmla="*/ 21 w 24"/>
                    <a:gd name="T15" fmla="*/ 21 h 24"/>
                    <a:gd name="T16" fmla="*/ 24 w 24"/>
                    <a:gd name="T17" fmla="*/ 12 h 24"/>
                    <a:gd name="T18" fmla="*/ 12 w 24"/>
                    <a:gd name="T19" fmla="*/ 0 h 24"/>
                    <a:gd name="T20" fmla="*/ 16 w 24"/>
                    <a:gd name="T21" fmla="*/ 16 h 24"/>
                    <a:gd name="T22" fmla="*/ 12 w 24"/>
                    <a:gd name="T23" fmla="*/ 18 h 24"/>
                    <a:gd name="T24" fmla="*/ 12 w 24"/>
                    <a:gd name="T25" fmla="*/ 18 h 24"/>
                    <a:gd name="T26" fmla="*/ 8 w 24"/>
                    <a:gd name="T27" fmla="*/ 17 h 24"/>
                    <a:gd name="T28" fmla="*/ 6 w 24"/>
                    <a:gd name="T29" fmla="*/ 12 h 24"/>
                    <a:gd name="T30" fmla="*/ 8 w 24"/>
                    <a:gd name="T31" fmla="*/ 8 h 24"/>
                    <a:gd name="T32" fmla="*/ 12 w 24"/>
                    <a:gd name="T33" fmla="*/ 6 h 24"/>
                    <a:gd name="T34" fmla="*/ 12 w 24"/>
                    <a:gd name="T35" fmla="*/ 6 h 24"/>
                    <a:gd name="T36" fmla="*/ 16 w 24"/>
                    <a:gd name="T37" fmla="*/ 8 h 24"/>
                    <a:gd name="T38" fmla="*/ 18 w 24"/>
                    <a:gd name="T39" fmla="*/ 12 h 24"/>
                    <a:gd name="T40" fmla="*/ 16 w 24"/>
                    <a:gd name="T41" fmla="*/ 16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4" h="24">
                      <a:moveTo>
                        <a:pt x="12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9" y="0"/>
                        <a:pt x="6" y="1"/>
                        <a:pt x="3" y="4"/>
                      </a:cubicBezTo>
                      <a:cubicBezTo>
                        <a:pt x="1" y="6"/>
                        <a:pt x="0" y="9"/>
                        <a:pt x="0" y="12"/>
                      </a:cubicBezTo>
                      <a:cubicBezTo>
                        <a:pt x="0" y="16"/>
                        <a:pt x="1" y="19"/>
                        <a:pt x="4" y="21"/>
                      </a:cubicBezTo>
                      <a:cubicBezTo>
                        <a:pt x="6" y="23"/>
                        <a:pt x="9" y="24"/>
                        <a:pt x="12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5" y="24"/>
                        <a:pt x="19" y="23"/>
                        <a:pt x="21" y="21"/>
                      </a:cubicBezTo>
                      <a:cubicBezTo>
                        <a:pt x="23" y="18"/>
                        <a:pt x="24" y="15"/>
                        <a:pt x="24" y="12"/>
                      </a:cubicBezTo>
                      <a:cubicBezTo>
                        <a:pt x="24" y="6"/>
                        <a:pt x="19" y="0"/>
                        <a:pt x="12" y="0"/>
                      </a:cubicBezTo>
                      <a:close/>
                      <a:moveTo>
                        <a:pt x="16" y="16"/>
                      </a:moveTo>
                      <a:cubicBezTo>
                        <a:pt x="15" y="18"/>
                        <a:pt x="14" y="18"/>
                        <a:pt x="12" y="18"/>
                      </a:cubicBezTo>
                      <a:cubicBezTo>
                        <a:pt x="12" y="18"/>
                        <a:pt x="12" y="18"/>
                        <a:pt x="12" y="18"/>
                      </a:cubicBezTo>
                      <a:cubicBezTo>
                        <a:pt x="11" y="18"/>
                        <a:pt x="9" y="18"/>
                        <a:pt x="8" y="17"/>
                      </a:cubicBezTo>
                      <a:cubicBezTo>
                        <a:pt x="7" y="15"/>
                        <a:pt x="6" y="14"/>
                        <a:pt x="6" y="12"/>
                      </a:cubicBezTo>
                      <a:cubicBezTo>
                        <a:pt x="6" y="11"/>
                        <a:pt x="7" y="9"/>
                        <a:pt x="8" y="8"/>
                      </a:cubicBezTo>
                      <a:cubicBezTo>
                        <a:pt x="9" y="7"/>
                        <a:pt x="10" y="6"/>
                        <a:pt x="12" y="6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4" y="6"/>
                        <a:pt x="15" y="7"/>
                        <a:pt x="16" y="8"/>
                      </a:cubicBezTo>
                      <a:cubicBezTo>
                        <a:pt x="17" y="9"/>
                        <a:pt x="18" y="11"/>
                        <a:pt x="18" y="12"/>
                      </a:cubicBezTo>
                      <a:cubicBezTo>
                        <a:pt x="18" y="14"/>
                        <a:pt x="17" y="15"/>
                        <a:pt x="16" y="16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Freeform 97">
                  <a:extLst>
                    <a:ext uri="{FF2B5EF4-FFF2-40B4-BE49-F238E27FC236}">
                      <a16:creationId xmlns:a16="http://schemas.microsoft.com/office/drawing/2014/main" id="{23BD0D86-E32E-45CC-9268-571664254BF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26288" y="5613400"/>
                  <a:ext cx="79375" cy="80962"/>
                </a:xfrm>
                <a:custGeom>
                  <a:avLst/>
                  <a:gdLst>
                    <a:gd name="T0" fmla="*/ 12 w 24"/>
                    <a:gd name="T1" fmla="*/ 0 h 25"/>
                    <a:gd name="T2" fmla="*/ 12 w 24"/>
                    <a:gd name="T3" fmla="*/ 0 h 25"/>
                    <a:gd name="T4" fmla="*/ 3 w 24"/>
                    <a:gd name="T5" fmla="*/ 4 h 25"/>
                    <a:gd name="T6" fmla="*/ 0 w 24"/>
                    <a:gd name="T7" fmla="*/ 13 h 25"/>
                    <a:gd name="T8" fmla="*/ 4 w 24"/>
                    <a:gd name="T9" fmla="*/ 21 h 25"/>
                    <a:gd name="T10" fmla="*/ 12 w 24"/>
                    <a:gd name="T11" fmla="*/ 25 h 25"/>
                    <a:gd name="T12" fmla="*/ 12 w 24"/>
                    <a:gd name="T13" fmla="*/ 25 h 25"/>
                    <a:gd name="T14" fmla="*/ 21 w 24"/>
                    <a:gd name="T15" fmla="*/ 21 h 25"/>
                    <a:gd name="T16" fmla="*/ 24 w 24"/>
                    <a:gd name="T17" fmla="*/ 12 h 25"/>
                    <a:gd name="T18" fmla="*/ 12 w 24"/>
                    <a:gd name="T19" fmla="*/ 0 h 25"/>
                    <a:gd name="T20" fmla="*/ 16 w 24"/>
                    <a:gd name="T21" fmla="*/ 17 h 25"/>
                    <a:gd name="T22" fmla="*/ 12 w 24"/>
                    <a:gd name="T23" fmla="*/ 18 h 25"/>
                    <a:gd name="T24" fmla="*/ 12 w 24"/>
                    <a:gd name="T25" fmla="*/ 18 h 25"/>
                    <a:gd name="T26" fmla="*/ 8 w 24"/>
                    <a:gd name="T27" fmla="*/ 17 h 25"/>
                    <a:gd name="T28" fmla="*/ 6 w 24"/>
                    <a:gd name="T29" fmla="*/ 13 h 25"/>
                    <a:gd name="T30" fmla="*/ 8 w 24"/>
                    <a:gd name="T31" fmla="*/ 8 h 25"/>
                    <a:gd name="T32" fmla="*/ 12 w 24"/>
                    <a:gd name="T33" fmla="*/ 7 h 25"/>
                    <a:gd name="T34" fmla="*/ 12 w 24"/>
                    <a:gd name="T35" fmla="*/ 7 h 25"/>
                    <a:gd name="T36" fmla="*/ 16 w 24"/>
                    <a:gd name="T37" fmla="*/ 8 h 25"/>
                    <a:gd name="T38" fmla="*/ 18 w 24"/>
                    <a:gd name="T39" fmla="*/ 12 h 25"/>
                    <a:gd name="T40" fmla="*/ 16 w 24"/>
                    <a:gd name="T41" fmla="*/ 17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4" h="25">
                      <a:moveTo>
                        <a:pt x="12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9" y="0"/>
                        <a:pt x="6" y="2"/>
                        <a:pt x="3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1"/>
                      </a:cubicBezTo>
                      <a:cubicBezTo>
                        <a:pt x="6" y="23"/>
                        <a:pt x="9" y="25"/>
                        <a:pt x="12" y="25"/>
                      </a:cubicBezTo>
                      <a:cubicBezTo>
                        <a:pt x="12" y="25"/>
                        <a:pt x="12" y="25"/>
                        <a:pt x="12" y="25"/>
                      </a:cubicBezTo>
                      <a:cubicBezTo>
                        <a:pt x="15" y="25"/>
                        <a:pt x="19" y="23"/>
                        <a:pt x="21" y="21"/>
                      </a:cubicBezTo>
                      <a:cubicBezTo>
                        <a:pt x="23" y="19"/>
                        <a:pt x="24" y="16"/>
                        <a:pt x="24" y="12"/>
                      </a:cubicBezTo>
                      <a:cubicBezTo>
                        <a:pt x="24" y="6"/>
                        <a:pt x="19" y="0"/>
                        <a:pt x="12" y="0"/>
                      </a:cubicBezTo>
                      <a:close/>
                      <a:moveTo>
                        <a:pt x="16" y="17"/>
                      </a:moveTo>
                      <a:cubicBezTo>
                        <a:pt x="15" y="18"/>
                        <a:pt x="14" y="18"/>
                        <a:pt x="12" y="18"/>
                      </a:cubicBezTo>
                      <a:cubicBezTo>
                        <a:pt x="12" y="18"/>
                        <a:pt x="12" y="18"/>
                        <a:pt x="12" y="18"/>
                      </a:cubicBezTo>
                      <a:cubicBezTo>
                        <a:pt x="11" y="18"/>
                        <a:pt x="9" y="18"/>
                        <a:pt x="8" y="17"/>
                      </a:cubicBezTo>
                      <a:cubicBezTo>
                        <a:pt x="7" y="16"/>
                        <a:pt x="6" y="14"/>
                        <a:pt x="6" y="13"/>
                      </a:cubicBezTo>
                      <a:cubicBezTo>
                        <a:pt x="6" y="11"/>
                        <a:pt x="7" y="9"/>
                        <a:pt x="8" y="8"/>
                      </a:cubicBezTo>
                      <a:cubicBezTo>
                        <a:pt x="9" y="7"/>
                        <a:pt x="10" y="7"/>
                        <a:pt x="12" y="7"/>
                      </a:cubicBezTo>
                      <a:cubicBezTo>
                        <a:pt x="12" y="7"/>
                        <a:pt x="12" y="7"/>
                        <a:pt x="12" y="7"/>
                      </a:cubicBezTo>
                      <a:cubicBezTo>
                        <a:pt x="14" y="7"/>
                        <a:pt x="15" y="7"/>
                        <a:pt x="16" y="8"/>
                      </a:cubicBezTo>
                      <a:cubicBezTo>
                        <a:pt x="17" y="9"/>
                        <a:pt x="18" y="11"/>
                        <a:pt x="18" y="12"/>
                      </a:cubicBezTo>
                      <a:cubicBezTo>
                        <a:pt x="18" y="14"/>
                        <a:pt x="17" y="16"/>
                        <a:pt x="16" y="17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98">
                  <a:extLst>
                    <a:ext uri="{FF2B5EF4-FFF2-40B4-BE49-F238E27FC236}">
                      <a16:creationId xmlns:a16="http://schemas.microsoft.com/office/drawing/2014/main" id="{8D68C624-4450-4FBA-85EB-E78E2F4A099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26288" y="5705475"/>
                  <a:ext cx="79375" cy="79375"/>
                </a:xfrm>
                <a:custGeom>
                  <a:avLst/>
                  <a:gdLst>
                    <a:gd name="T0" fmla="*/ 12 w 24"/>
                    <a:gd name="T1" fmla="*/ 0 h 24"/>
                    <a:gd name="T2" fmla="*/ 12 w 24"/>
                    <a:gd name="T3" fmla="*/ 0 h 24"/>
                    <a:gd name="T4" fmla="*/ 3 w 24"/>
                    <a:gd name="T5" fmla="*/ 3 h 24"/>
                    <a:gd name="T6" fmla="*/ 0 w 24"/>
                    <a:gd name="T7" fmla="*/ 12 h 24"/>
                    <a:gd name="T8" fmla="*/ 4 w 24"/>
                    <a:gd name="T9" fmla="*/ 20 h 24"/>
                    <a:gd name="T10" fmla="*/ 12 w 24"/>
                    <a:gd name="T11" fmla="*/ 24 h 24"/>
                    <a:gd name="T12" fmla="*/ 12 w 24"/>
                    <a:gd name="T13" fmla="*/ 24 h 24"/>
                    <a:gd name="T14" fmla="*/ 21 w 24"/>
                    <a:gd name="T15" fmla="*/ 20 h 24"/>
                    <a:gd name="T16" fmla="*/ 24 w 24"/>
                    <a:gd name="T17" fmla="*/ 12 h 24"/>
                    <a:gd name="T18" fmla="*/ 12 w 24"/>
                    <a:gd name="T19" fmla="*/ 0 h 24"/>
                    <a:gd name="T20" fmla="*/ 16 w 24"/>
                    <a:gd name="T21" fmla="*/ 16 h 24"/>
                    <a:gd name="T22" fmla="*/ 12 w 24"/>
                    <a:gd name="T23" fmla="*/ 18 h 24"/>
                    <a:gd name="T24" fmla="*/ 12 w 24"/>
                    <a:gd name="T25" fmla="*/ 18 h 24"/>
                    <a:gd name="T26" fmla="*/ 8 w 24"/>
                    <a:gd name="T27" fmla="*/ 16 h 24"/>
                    <a:gd name="T28" fmla="*/ 6 w 24"/>
                    <a:gd name="T29" fmla="*/ 12 h 24"/>
                    <a:gd name="T30" fmla="*/ 8 w 24"/>
                    <a:gd name="T31" fmla="*/ 8 h 24"/>
                    <a:gd name="T32" fmla="*/ 12 w 24"/>
                    <a:gd name="T33" fmla="*/ 6 h 24"/>
                    <a:gd name="T34" fmla="*/ 12 w 24"/>
                    <a:gd name="T35" fmla="*/ 6 h 24"/>
                    <a:gd name="T36" fmla="*/ 18 w 24"/>
                    <a:gd name="T37" fmla="*/ 12 h 24"/>
                    <a:gd name="T38" fmla="*/ 16 w 24"/>
                    <a:gd name="T39" fmla="*/ 16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4" h="24">
                      <a:moveTo>
                        <a:pt x="12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9" y="0"/>
                        <a:pt x="6" y="1"/>
                        <a:pt x="3" y="3"/>
                      </a:cubicBezTo>
                      <a:cubicBezTo>
                        <a:pt x="1" y="5"/>
                        <a:pt x="0" y="9"/>
                        <a:pt x="0" y="12"/>
                      </a:cubicBezTo>
                      <a:cubicBezTo>
                        <a:pt x="0" y="15"/>
                        <a:pt x="1" y="18"/>
                        <a:pt x="4" y="20"/>
                      </a:cubicBezTo>
                      <a:cubicBezTo>
                        <a:pt x="6" y="23"/>
                        <a:pt x="9" y="24"/>
                        <a:pt x="12" y="24"/>
                      </a:cubicBezTo>
                      <a:cubicBezTo>
                        <a:pt x="12" y="24"/>
                        <a:pt x="12" y="24"/>
                        <a:pt x="12" y="24"/>
                      </a:cubicBezTo>
                      <a:cubicBezTo>
                        <a:pt x="15" y="24"/>
                        <a:pt x="19" y="22"/>
                        <a:pt x="21" y="20"/>
                      </a:cubicBezTo>
                      <a:cubicBezTo>
                        <a:pt x="23" y="18"/>
                        <a:pt x="24" y="15"/>
                        <a:pt x="24" y="12"/>
                      </a:cubicBezTo>
                      <a:cubicBezTo>
                        <a:pt x="24" y="5"/>
                        <a:pt x="19" y="0"/>
                        <a:pt x="12" y="0"/>
                      </a:cubicBezTo>
                      <a:close/>
                      <a:moveTo>
                        <a:pt x="16" y="16"/>
                      </a:moveTo>
                      <a:cubicBezTo>
                        <a:pt x="15" y="17"/>
                        <a:pt x="14" y="18"/>
                        <a:pt x="12" y="18"/>
                      </a:cubicBezTo>
                      <a:cubicBezTo>
                        <a:pt x="12" y="18"/>
                        <a:pt x="12" y="18"/>
                        <a:pt x="12" y="18"/>
                      </a:cubicBezTo>
                      <a:cubicBezTo>
                        <a:pt x="11" y="18"/>
                        <a:pt x="9" y="17"/>
                        <a:pt x="8" y="16"/>
                      </a:cubicBezTo>
                      <a:cubicBezTo>
                        <a:pt x="7" y="15"/>
                        <a:pt x="6" y="13"/>
                        <a:pt x="6" y="12"/>
                      </a:cubicBezTo>
                      <a:cubicBezTo>
                        <a:pt x="6" y="10"/>
                        <a:pt x="7" y="9"/>
                        <a:pt x="8" y="8"/>
                      </a:cubicBezTo>
                      <a:cubicBezTo>
                        <a:pt x="9" y="6"/>
                        <a:pt x="10" y="6"/>
                        <a:pt x="12" y="6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15" y="6"/>
                        <a:pt x="18" y="8"/>
                        <a:pt x="18" y="12"/>
                      </a:cubicBezTo>
                      <a:cubicBezTo>
                        <a:pt x="18" y="13"/>
                        <a:pt x="17" y="15"/>
                        <a:pt x="16" y="16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78DC0276-42D6-4D9D-AB7D-6DAFCB3CF51A}"/>
                </a:ext>
              </a:extLst>
            </p:cNvPr>
            <p:cNvGrpSpPr/>
            <p:nvPr/>
          </p:nvGrpSpPr>
          <p:grpSpPr>
            <a:xfrm>
              <a:off x="4808602" y="3292321"/>
              <a:ext cx="882663" cy="857885"/>
              <a:chOff x="4852144" y="3292321"/>
              <a:chExt cx="882663" cy="857885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2D2C00B0-3E98-4602-B480-3F9AAAA9C274}"/>
                  </a:ext>
                </a:extLst>
              </p:cNvPr>
              <p:cNvSpPr/>
              <p:nvPr/>
            </p:nvSpPr>
            <p:spPr>
              <a:xfrm>
                <a:off x="4852144" y="3790206"/>
                <a:ext cx="882663" cy="360000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전문가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1" i="0" u="none" strike="noStrike" kern="1200" cap="none" spc="0" normalizeH="0" baseline="0" noProof="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 Light"/>
                    <a:ea typeface="맑은 고딕" panose="020B0503020000020004" pitchFamily="50" charset="-127"/>
                    <a:cs typeface="+mn-cs"/>
                  </a:rPr>
                  <a:t>양성과정</a:t>
                </a:r>
                <a:endParaRPr kumimoji="0" lang="en-US" altLang="ko-KR" sz="1000" b="1" i="0" u="none" strike="noStrike" kern="1200" cap="none" spc="0" normalizeH="0" baseline="0" noProof="0" dirty="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 Light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306" name="그룹 305">
                <a:extLst>
                  <a:ext uri="{FF2B5EF4-FFF2-40B4-BE49-F238E27FC236}">
                    <a16:creationId xmlns:a16="http://schemas.microsoft.com/office/drawing/2014/main" id="{50AD64B7-92D7-4303-B980-D0EC42F5A4F5}"/>
                  </a:ext>
                </a:extLst>
              </p:cNvPr>
              <p:cNvGrpSpPr/>
              <p:nvPr/>
            </p:nvGrpSpPr>
            <p:grpSpPr>
              <a:xfrm>
                <a:off x="5074634" y="3292321"/>
                <a:ext cx="437683" cy="437683"/>
                <a:chOff x="3116263" y="5178425"/>
                <a:chExt cx="938212" cy="938212"/>
              </a:xfrm>
              <a:solidFill>
                <a:schemeClr val="tx1">
                  <a:lumMod val="50000"/>
                  <a:lumOff val="50000"/>
                </a:schemeClr>
              </a:solidFill>
            </p:grpSpPr>
            <p:sp>
              <p:nvSpPr>
                <p:cNvPr id="307" name="Freeform 319">
                  <a:extLst>
                    <a:ext uri="{FF2B5EF4-FFF2-40B4-BE49-F238E27FC236}">
                      <a16:creationId xmlns:a16="http://schemas.microsoft.com/office/drawing/2014/main" id="{0CB7ADA5-1C21-4F02-8641-D28B1D8EFD5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116263" y="5178425"/>
                  <a:ext cx="938212" cy="938212"/>
                </a:xfrm>
                <a:custGeom>
                  <a:avLst/>
                  <a:gdLst>
                    <a:gd name="T0" fmla="*/ 440 w 881"/>
                    <a:gd name="T1" fmla="*/ 880 h 880"/>
                    <a:gd name="T2" fmla="*/ 0 w 881"/>
                    <a:gd name="T3" fmla="*/ 440 h 880"/>
                    <a:gd name="T4" fmla="*/ 440 w 881"/>
                    <a:gd name="T5" fmla="*/ 0 h 880"/>
                    <a:gd name="T6" fmla="*/ 881 w 881"/>
                    <a:gd name="T7" fmla="*/ 440 h 880"/>
                    <a:gd name="T8" fmla="*/ 440 w 881"/>
                    <a:gd name="T9" fmla="*/ 880 h 880"/>
                    <a:gd name="T10" fmla="*/ 440 w 881"/>
                    <a:gd name="T11" fmla="*/ 28 h 880"/>
                    <a:gd name="T12" fmla="*/ 28 w 881"/>
                    <a:gd name="T13" fmla="*/ 440 h 880"/>
                    <a:gd name="T14" fmla="*/ 440 w 881"/>
                    <a:gd name="T15" fmla="*/ 852 h 880"/>
                    <a:gd name="T16" fmla="*/ 853 w 881"/>
                    <a:gd name="T17" fmla="*/ 440 h 880"/>
                    <a:gd name="T18" fmla="*/ 440 w 881"/>
                    <a:gd name="T19" fmla="*/ 28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81" h="880">
                      <a:moveTo>
                        <a:pt x="440" y="880"/>
                      </a:moveTo>
                      <a:cubicBezTo>
                        <a:pt x="198" y="880"/>
                        <a:pt x="0" y="683"/>
                        <a:pt x="0" y="440"/>
                      </a:cubicBezTo>
                      <a:cubicBezTo>
                        <a:pt x="0" y="198"/>
                        <a:pt x="198" y="0"/>
                        <a:pt x="440" y="0"/>
                      </a:cubicBezTo>
                      <a:cubicBezTo>
                        <a:pt x="683" y="0"/>
                        <a:pt x="881" y="198"/>
                        <a:pt x="881" y="440"/>
                      </a:cubicBezTo>
                      <a:cubicBezTo>
                        <a:pt x="881" y="683"/>
                        <a:pt x="683" y="880"/>
                        <a:pt x="440" y="880"/>
                      </a:cubicBezTo>
                      <a:close/>
                      <a:moveTo>
                        <a:pt x="440" y="28"/>
                      </a:moveTo>
                      <a:cubicBezTo>
                        <a:pt x="213" y="28"/>
                        <a:pt x="28" y="213"/>
                        <a:pt x="28" y="440"/>
                      </a:cubicBezTo>
                      <a:cubicBezTo>
                        <a:pt x="28" y="668"/>
                        <a:pt x="213" y="852"/>
                        <a:pt x="440" y="852"/>
                      </a:cubicBezTo>
                      <a:cubicBezTo>
                        <a:pt x="668" y="852"/>
                        <a:pt x="853" y="668"/>
                        <a:pt x="853" y="440"/>
                      </a:cubicBezTo>
                      <a:cubicBezTo>
                        <a:pt x="853" y="213"/>
                        <a:pt x="668" y="28"/>
                        <a:pt x="440" y="2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08" name="Freeform 320">
                  <a:extLst>
                    <a:ext uri="{FF2B5EF4-FFF2-40B4-BE49-F238E27FC236}">
                      <a16:creationId xmlns:a16="http://schemas.microsoft.com/office/drawing/2014/main" id="{03B89FCA-1065-4952-B066-B94AC7342A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52800" y="5178425"/>
                  <a:ext cx="471487" cy="938212"/>
                </a:xfrm>
                <a:custGeom>
                  <a:avLst/>
                  <a:gdLst>
                    <a:gd name="T0" fmla="*/ 218 w 443"/>
                    <a:gd name="T1" fmla="*/ 880 h 880"/>
                    <a:gd name="T2" fmla="*/ 78 w 443"/>
                    <a:gd name="T3" fmla="*/ 785 h 880"/>
                    <a:gd name="T4" fmla="*/ 1 w 443"/>
                    <a:gd name="T5" fmla="*/ 556 h 880"/>
                    <a:gd name="T6" fmla="*/ 13 w 443"/>
                    <a:gd name="T7" fmla="*/ 540 h 880"/>
                    <a:gd name="T8" fmla="*/ 29 w 443"/>
                    <a:gd name="T9" fmla="*/ 552 h 880"/>
                    <a:gd name="T10" fmla="*/ 218 w 443"/>
                    <a:gd name="T11" fmla="*/ 852 h 880"/>
                    <a:gd name="T12" fmla="*/ 355 w 443"/>
                    <a:gd name="T13" fmla="*/ 735 h 880"/>
                    <a:gd name="T14" fmla="*/ 415 w 443"/>
                    <a:gd name="T15" fmla="*/ 440 h 880"/>
                    <a:gd name="T16" fmla="*/ 355 w 443"/>
                    <a:gd name="T17" fmla="*/ 145 h 880"/>
                    <a:gd name="T18" fmla="*/ 218 w 443"/>
                    <a:gd name="T19" fmla="*/ 28 h 880"/>
                    <a:gd name="T20" fmla="*/ 87 w 443"/>
                    <a:gd name="T21" fmla="*/ 136 h 880"/>
                    <a:gd name="T22" fmla="*/ 68 w 443"/>
                    <a:gd name="T23" fmla="*/ 142 h 880"/>
                    <a:gd name="T24" fmla="*/ 62 w 443"/>
                    <a:gd name="T25" fmla="*/ 123 h 880"/>
                    <a:gd name="T26" fmla="*/ 218 w 443"/>
                    <a:gd name="T27" fmla="*/ 0 h 880"/>
                    <a:gd name="T28" fmla="*/ 380 w 443"/>
                    <a:gd name="T29" fmla="*/ 133 h 880"/>
                    <a:gd name="T30" fmla="*/ 443 w 443"/>
                    <a:gd name="T31" fmla="*/ 440 h 880"/>
                    <a:gd name="T32" fmla="*/ 380 w 443"/>
                    <a:gd name="T33" fmla="*/ 748 h 880"/>
                    <a:gd name="T34" fmla="*/ 218 w 443"/>
                    <a:gd name="T35" fmla="*/ 880 h 8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43" h="880">
                      <a:moveTo>
                        <a:pt x="218" y="880"/>
                      </a:moveTo>
                      <a:cubicBezTo>
                        <a:pt x="166" y="880"/>
                        <a:pt x="118" y="848"/>
                        <a:pt x="78" y="785"/>
                      </a:cubicBezTo>
                      <a:cubicBezTo>
                        <a:pt x="41" y="728"/>
                        <a:pt x="14" y="646"/>
                        <a:pt x="1" y="556"/>
                      </a:cubicBezTo>
                      <a:cubicBezTo>
                        <a:pt x="0" y="549"/>
                        <a:pt x="6" y="542"/>
                        <a:pt x="13" y="540"/>
                      </a:cubicBezTo>
                      <a:cubicBezTo>
                        <a:pt x="21" y="539"/>
                        <a:pt x="28" y="545"/>
                        <a:pt x="29" y="552"/>
                      </a:cubicBezTo>
                      <a:cubicBezTo>
                        <a:pt x="53" y="729"/>
                        <a:pt x="131" y="852"/>
                        <a:pt x="218" y="852"/>
                      </a:cubicBezTo>
                      <a:cubicBezTo>
                        <a:pt x="269" y="852"/>
                        <a:pt x="318" y="811"/>
                        <a:pt x="355" y="735"/>
                      </a:cubicBezTo>
                      <a:cubicBezTo>
                        <a:pt x="394" y="657"/>
                        <a:pt x="415" y="552"/>
                        <a:pt x="415" y="440"/>
                      </a:cubicBezTo>
                      <a:cubicBezTo>
                        <a:pt x="415" y="329"/>
                        <a:pt x="394" y="224"/>
                        <a:pt x="355" y="145"/>
                      </a:cubicBezTo>
                      <a:cubicBezTo>
                        <a:pt x="318" y="70"/>
                        <a:pt x="269" y="28"/>
                        <a:pt x="218" y="28"/>
                      </a:cubicBezTo>
                      <a:cubicBezTo>
                        <a:pt x="170" y="28"/>
                        <a:pt x="123" y="66"/>
                        <a:pt x="87" y="136"/>
                      </a:cubicBezTo>
                      <a:cubicBezTo>
                        <a:pt x="83" y="143"/>
                        <a:pt x="74" y="145"/>
                        <a:pt x="68" y="142"/>
                      </a:cubicBezTo>
                      <a:cubicBezTo>
                        <a:pt x="61" y="138"/>
                        <a:pt x="58" y="130"/>
                        <a:pt x="62" y="123"/>
                      </a:cubicBezTo>
                      <a:cubicBezTo>
                        <a:pt x="104" y="44"/>
                        <a:pt x="159" y="0"/>
                        <a:pt x="218" y="0"/>
                      </a:cubicBezTo>
                      <a:cubicBezTo>
                        <a:pt x="280" y="0"/>
                        <a:pt x="338" y="47"/>
                        <a:pt x="380" y="133"/>
                      </a:cubicBezTo>
                      <a:cubicBezTo>
                        <a:pt x="421" y="215"/>
                        <a:pt x="443" y="324"/>
                        <a:pt x="443" y="440"/>
                      </a:cubicBezTo>
                      <a:cubicBezTo>
                        <a:pt x="443" y="556"/>
                        <a:pt x="421" y="665"/>
                        <a:pt x="380" y="748"/>
                      </a:cubicBezTo>
                      <a:cubicBezTo>
                        <a:pt x="338" y="833"/>
                        <a:pt x="280" y="880"/>
                        <a:pt x="218" y="880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09" name="Freeform 321">
                  <a:extLst>
                    <a:ext uri="{FF2B5EF4-FFF2-40B4-BE49-F238E27FC236}">
                      <a16:creationId xmlns:a16="http://schemas.microsoft.com/office/drawing/2014/main" id="{21BA12F9-DA39-4B6A-8C38-AC83F54123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0288" y="5178425"/>
                  <a:ext cx="28575" cy="935037"/>
                </a:xfrm>
                <a:custGeom>
                  <a:avLst/>
                  <a:gdLst>
                    <a:gd name="T0" fmla="*/ 14 w 28"/>
                    <a:gd name="T1" fmla="*/ 877 h 877"/>
                    <a:gd name="T2" fmla="*/ 0 w 28"/>
                    <a:gd name="T3" fmla="*/ 863 h 877"/>
                    <a:gd name="T4" fmla="*/ 0 w 28"/>
                    <a:gd name="T5" fmla="*/ 14 h 877"/>
                    <a:gd name="T6" fmla="*/ 14 w 28"/>
                    <a:gd name="T7" fmla="*/ 0 h 877"/>
                    <a:gd name="T8" fmla="*/ 28 w 28"/>
                    <a:gd name="T9" fmla="*/ 14 h 877"/>
                    <a:gd name="T10" fmla="*/ 28 w 28"/>
                    <a:gd name="T11" fmla="*/ 863 h 877"/>
                    <a:gd name="T12" fmla="*/ 14 w 28"/>
                    <a:gd name="T13" fmla="*/ 877 h 87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8" h="877">
                      <a:moveTo>
                        <a:pt x="14" y="877"/>
                      </a:moveTo>
                      <a:cubicBezTo>
                        <a:pt x="7" y="877"/>
                        <a:pt x="0" y="871"/>
                        <a:pt x="0" y="863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6"/>
                        <a:pt x="7" y="0"/>
                        <a:pt x="14" y="0"/>
                      </a:cubicBezTo>
                      <a:cubicBezTo>
                        <a:pt x="22" y="0"/>
                        <a:pt x="28" y="6"/>
                        <a:pt x="28" y="14"/>
                      </a:cubicBezTo>
                      <a:cubicBezTo>
                        <a:pt x="28" y="863"/>
                        <a:pt x="28" y="863"/>
                        <a:pt x="28" y="863"/>
                      </a:cubicBezTo>
                      <a:cubicBezTo>
                        <a:pt x="28" y="871"/>
                        <a:pt x="22" y="877"/>
                        <a:pt x="14" y="877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10" name="Freeform 322">
                  <a:extLst>
                    <a:ext uri="{FF2B5EF4-FFF2-40B4-BE49-F238E27FC236}">
                      <a16:creationId xmlns:a16="http://schemas.microsoft.com/office/drawing/2014/main" id="{CE2525E8-C3B4-45A1-AAA5-1D32DEA995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7850" y="5630863"/>
                  <a:ext cx="171450" cy="30162"/>
                </a:xfrm>
                <a:custGeom>
                  <a:avLst/>
                  <a:gdLst>
                    <a:gd name="T0" fmla="*/ 147 w 161"/>
                    <a:gd name="T1" fmla="*/ 28 h 28"/>
                    <a:gd name="T2" fmla="*/ 14 w 161"/>
                    <a:gd name="T3" fmla="*/ 28 h 28"/>
                    <a:gd name="T4" fmla="*/ 0 w 161"/>
                    <a:gd name="T5" fmla="*/ 14 h 28"/>
                    <a:gd name="T6" fmla="*/ 14 w 161"/>
                    <a:gd name="T7" fmla="*/ 0 h 28"/>
                    <a:gd name="T8" fmla="*/ 147 w 161"/>
                    <a:gd name="T9" fmla="*/ 0 h 28"/>
                    <a:gd name="T10" fmla="*/ 161 w 161"/>
                    <a:gd name="T11" fmla="*/ 14 h 28"/>
                    <a:gd name="T12" fmla="*/ 147 w 161"/>
                    <a:gd name="T1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61" h="28">
                      <a:moveTo>
                        <a:pt x="147" y="28"/>
                      </a:move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7"/>
                        <a:pt x="6" y="0"/>
                        <a:pt x="14" y="0"/>
                      </a:cubicBezTo>
                      <a:cubicBezTo>
                        <a:pt x="147" y="0"/>
                        <a:pt x="147" y="0"/>
                        <a:pt x="147" y="0"/>
                      </a:cubicBezTo>
                      <a:cubicBezTo>
                        <a:pt x="155" y="0"/>
                        <a:pt x="161" y="7"/>
                        <a:pt x="161" y="14"/>
                      </a:cubicBezTo>
                      <a:cubicBezTo>
                        <a:pt x="161" y="22"/>
                        <a:pt x="155" y="28"/>
                        <a:pt x="147" y="2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11" name="Freeform 323">
                  <a:extLst>
                    <a:ext uri="{FF2B5EF4-FFF2-40B4-BE49-F238E27FC236}">
                      <a16:creationId xmlns:a16="http://schemas.microsoft.com/office/drawing/2014/main" id="{F4702BC7-E5BA-485A-90C3-BD38C62C30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8850" y="5630863"/>
                  <a:ext cx="554037" cy="30162"/>
                </a:xfrm>
                <a:custGeom>
                  <a:avLst/>
                  <a:gdLst>
                    <a:gd name="T0" fmla="*/ 505 w 519"/>
                    <a:gd name="T1" fmla="*/ 28 h 28"/>
                    <a:gd name="T2" fmla="*/ 14 w 519"/>
                    <a:gd name="T3" fmla="*/ 28 h 28"/>
                    <a:gd name="T4" fmla="*/ 0 w 519"/>
                    <a:gd name="T5" fmla="*/ 14 h 28"/>
                    <a:gd name="T6" fmla="*/ 14 w 519"/>
                    <a:gd name="T7" fmla="*/ 0 h 28"/>
                    <a:gd name="T8" fmla="*/ 505 w 519"/>
                    <a:gd name="T9" fmla="*/ 0 h 28"/>
                    <a:gd name="T10" fmla="*/ 519 w 519"/>
                    <a:gd name="T11" fmla="*/ 14 h 28"/>
                    <a:gd name="T12" fmla="*/ 505 w 519"/>
                    <a:gd name="T1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9" h="28">
                      <a:moveTo>
                        <a:pt x="505" y="28"/>
                      </a:move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7"/>
                        <a:pt x="7" y="0"/>
                        <a:pt x="14" y="0"/>
                      </a:cubicBezTo>
                      <a:cubicBezTo>
                        <a:pt x="505" y="0"/>
                        <a:pt x="505" y="0"/>
                        <a:pt x="505" y="0"/>
                      </a:cubicBezTo>
                      <a:cubicBezTo>
                        <a:pt x="513" y="0"/>
                        <a:pt x="519" y="7"/>
                        <a:pt x="519" y="14"/>
                      </a:cubicBezTo>
                      <a:cubicBezTo>
                        <a:pt x="519" y="22"/>
                        <a:pt x="513" y="28"/>
                        <a:pt x="505" y="2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12" name="Freeform 324">
                  <a:extLst>
                    <a:ext uri="{FF2B5EF4-FFF2-40B4-BE49-F238E27FC236}">
                      <a16:creationId xmlns:a16="http://schemas.microsoft.com/office/drawing/2014/main" id="{81CE48B0-DE52-4600-AA73-6495351D93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0288" y="5394325"/>
                  <a:ext cx="406400" cy="30162"/>
                </a:xfrm>
                <a:custGeom>
                  <a:avLst/>
                  <a:gdLst>
                    <a:gd name="T0" fmla="*/ 368 w 382"/>
                    <a:gd name="T1" fmla="*/ 28 h 28"/>
                    <a:gd name="T2" fmla="*/ 14 w 382"/>
                    <a:gd name="T3" fmla="*/ 28 h 28"/>
                    <a:gd name="T4" fmla="*/ 0 w 382"/>
                    <a:gd name="T5" fmla="*/ 14 h 28"/>
                    <a:gd name="T6" fmla="*/ 14 w 382"/>
                    <a:gd name="T7" fmla="*/ 0 h 28"/>
                    <a:gd name="T8" fmla="*/ 368 w 382"/>
                    <a:gd name="T9" fmla="*/ 0 h 28"/>
                    <a:gd name="T10" fmla="*/ 382 w 382"/>
                    <a:gd name="T11" fmla="*/ 14 h 28"/>
                    <a:gd name="T12" fmla="*/ 368 w 382"/>
                    <a:gd name="T1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2" h="28">
                      <a:moveTo>
                        <a:pt x="368" y="28"/>
                      </a:move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7" y="28"/>
                        <a:pt x="0" y="22"/>
                        <a:pt x="0" y="14"/>
                      </a:cubicBezTo>
                      <a:cubicBezTo>
                        <a:pt x="0" y="7"/>
                        <a:pt x="7" y="0"/>
                        <a:pt x="14" y="0"/>
                      </a:cubicBezTo>
                      <a:cubicBezTo>
                        <a:pt x="368" y="0"/>
                        <a:pt x="368" y="0"/>
                        <a:pt x="368" y="0"/>
                      </a:cubicBezTo>
                      <a:cubicBezTo>
                        <a:pt x="376" y="0"/>
                        <a:pt x="382" y="7"/>
                        <a:pt x="382" y="14"/>
                      </a:cubicBezTo>
                      <a:cubicBezTo>
                        <a:pt x="382" y="22"/>
                        <a:pt x="376" y="28"/>
                        <a:pt x="368" y="2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13" name="Freeform 325">
                  <a:extLst>
                    <a:ext uri="{FF2B5EF4-FFF2-40B4-BE49-F238E27FC236}">
                      <a16:creationId xmlns:a16="http://schemas.microsoft.com/office/drawing/2014/main" id="{23F03387-2F25-47E4-9A90-4B0799B9A8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4050" y="5862638"/>
                  <a:ext cx="782637" cy="30162"/>
                </a:xfrm>
                <a:custGeom>
                  <a:avLst/>
                  <a:gdLst>
                    <a:gd name="T0" fmla="*/ 721 w 735"/>
                    <a:gd name="T1" fmla="*/ 28 h 28"/>
                    <a:gd name="T2" fmla="*/ 14 w 735"/>
                    <a:gd name="T3" fmla="*/ 28 h 28"/>
                    <a:gd name="T4" fmla="*/ 0 w 735"/>
                    <a:gd name="T5" fmla="*/ 14 h 28"/>
                    <a:gd name="T6" fmla="*/ 14 w 735"/>
                    <a:gd name="T7" fmla="*/ 0 h 28"/>
                    <a:gd name="T8" fmla="*/ 721 w 735"/>
                    <a:gd name="T9" fmla="*/ 0 h 28"/>
                    <a:gd name="T10" fmla="*/ 735 w 735"/>
                    <a:gd name="T11" fmla="*/ 14 h 28"/>
                    <a:gd name="T12" fmla="*/ 721 w 735"/>
                    <a:gd name="T1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35" h="28">
                      <a:moveTo>
                        <a:pt x="721" y="28"/>
                      </a:move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6" y="28"/>
                        <a:pt x="0" y="22"/>
                        <a:pt x="0" y="14"/>
                      </a:cubicBezTo>
                      <a:cubicBezTo>
                        <a:pt x="0" y="7"/>
                        <a:pt x="6" y="0"/>
                        <a:pt x="14" y="0"/>
                      </a:cubicBezTo>
                      <a:cubicBezTo>
                        <a:pt x="721" y="0"/>
                        <a:pt x="721" y="0"/>
                        <a:pt x="721" y="0"/>
                      </a:cubicBezTo>
                      <a:cubicBezTo>
                        <a:pt x="729" y="0"/>
                        <a:pt x="735" y="7"/>
                        <a:pt x="735" y="14"/>
                      </a:cubicBezTo>
                      <a:cubicBezTo>
                        <a:pt x="735" y="22"/>
                        <a:pt x="729" y="28"/>
                        <a:pt x="721" y="2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14" name="Freeform 375">
                  <a:extLst>
                    <a:ext uri="{FF2B5EF4-FFF2-40B4-BE49-F238E27FC236}">
                      <a16:creationId xmlns:a16="http://schemas.microsoft.com/office/drawing/2014/main" id="{2B778005-EE13-45CB-B351-07AA025762D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241675" y="5340350"/>
                  <a:ext cx="303212" cy="401637"/>
                </a:xfrm>
                <a:custGeom>
                  <a:avLst/>
                  <a:gdLst>
                    <a:gd name="T0" fmla="*/ 143 w 285"/>
                    <a:gd name="T1" fmla="*/ 376 h 376"/>
                    <a:gd name="T2" fmla="*/ 132 w 285"/>
                    <a:gd name="T3" fmla="*/ 371 h 376"/>
                    <a:gd name="T4" fmla="*/ 0 w 285"/>
                    <a:gd name="T5" fmla="*/ 142 h 376"/>
                    <a:gd name="T6" fmla="*/ 143 w 285"/>
                    <a:gd name="T7" fmla="*/ 0 h 376"/>
                    <a:gd name="T8" fmla="*/ 285 w 285"/>
                    <a:gd name="T9" fmla="*/ 142 h 376"/>
                    <a:gd name="T10" fmla="*/ 153 w 285"/>
                    <a:gd name="T11" fmla="*/ 371 h 376"/>
                    <a:gd name="T12" fmla="*/ 143 w 285"/>
                    <a:gd name="T13" fmla="*/ 376 h 376"/>
                    <a:gd name="T14" fmla="*/ 143 w 285"/>
                    <a:gd name="T15" fmla="*/ 28 h 376"/>
                    <a:gd name="T16" fmla="*/ 28 w 285"/>
                    <a:gd name="T17" fmla="*/ 142 h 376"/>
                    <a:gd name="T18" fmla="*/ 143 w 285"/>
                    <a:gd name="T19" fmla="*/ 340 h 376"/>
                    <a:gd name="T20" fmla="*/ 257 w 285"/>
                    <a:gd name="T21" fmla="*/ 142 h 376"/>
                    <a:gd name="T22" fmla="*/ 143 w 285"/>
                    <a:gd name="T23" fmla="*/ 28 h 376"/>
                    <a:gd name="T24" fmla="*/ 143 w 285"/>
                    <a:gd name="T25" fmla="*/ 202 h 376"/>
                    <a:gd name="T26" fmla="*/ 77 w 285"/>
                    <a:gd name="T27" fmla="*/ 136 h 376"/>
                    <a:gd name="T28" fmla="*/ 143 w 285"/>
                    <a:gd name="T29" fmla="*/ 70 h 376"/>
                    <a:gd name="T30" fmla="*/ 209 w 285"/>
                    <a:gd name="T31" fmla="*/ 136 h 376"/>
                    <a:gd name="T32" fmla="*/ 143 w 285"/>
                    <a:gd name="T33" fmla="*/ 202 h 376"/>
                    <a:gd name="T34" fmla="*/ 143 w 285"/>
                    <a:gd name="T35" fmla="*/ 98 h 376"/>
                    <a:gd name="T36" fmla="*/ 105 w 285"/>
                    <a:gd name="T37" fmla="*/ 136 h 376"/>
                    <a:gd name="T38" fmla="*/ 143 w 285"/>
                    <a:gd name="T39" fmla="*/ 174 h 376"/>
                    <a:gd name="T40" fmla="*/ 181 w 285"/>
                    <a:gd name="T41" fmla="*/ 136 h 376"/>
                    <a:gd name="T42" fmla="*/ 143 w 285"/>
                    <a:gd name="T43" fmla="*/ 98 h 3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285" h="376">
                      <a:moveTo>
                        <a:pt x="143" y="376"/>
                      </a:moveTo>
                      <a:cubicBezTo>
                        <a:pt x="139" y="376"/>
                        <a:pt x="135" y="374"/>
                        <a:pt x="132" y="371"/>
                      </a:cubicBezTo>
                      <a:cubicBezTo>
                        <a:pt x="119" y="356"/>
                        <a:pt x="0" y="216"/>
                        <a:pt x="0" y="142"/>
                      </a:cubicBezTo>
                      <a:cubicBezTo>
                        <a:pt x="0" y="64"/>
                        <a:pt x="64" y="0"/>
                        <a:pt x="143" y="0"/>
                      </a:cubicBezTo>
                      <a:cubicBezTo>
                        <a:pt x="221" y="0"/>
                        <a:pt x="285" y="64"/>
                        <a:pt x="285" y="142"/>
                      </a:cubicBezTo>
                      <a:cubicBezTo>
                        <a:pt x="285" y="216"/>
                        <a:pt x="167" y="356"/>
                        <a:pt x="153" y="371"/>
                      </a:cubicBezTo>
                      <a:cubicBezTo>
                        <a:pt x="151" y="374"/>
                        <a:pt x="147" y="376"/>
                        <a:pt x="143" y="376"/>
                      </a:cubicBezTo>
                      <a:close/>
                      <a:moveTo>
                        <a:pt x="143" y="28"/>
                      </a:moveTo>
                      <a:cubicBezTo>
                        <a:pt x="80" y="28"/>
                        <a:pt x="28" y="79"/>
                        <a:pt x="28" y="142"/>
                      </a:cubicBezTo>
                      <a:cubicBezTo>
                        <a:pt x="28" y="191"/>
                        <a:pt x="103" y="292"/>
                        <a:pt x="143" y="340"/>
                      </a:cubicBezTo>
                      <a:cubicBezTo>
                        <a:pt x="182" y="292"/>
                        <a:pt x="257" y="191"/>
                        <a:pt x="257" y="142"/>
                      </a:cubicBezTo>
                      <a:cubicBezTo>
                        <a:pt x="257" y="79"/>
                        <a:pt x="206" y="28"/>
                        <a:pt x="143" y="28"/>
                      </a:cubicBezTo>
                      <a:close/>
                      <a:moveTo>
                        <a:pt x="143" y="202"/>
                      </a:moveTo>
                      <a:cubicBezTo>
                        <a:pt x="106" y="202"/>
                        <a:pt x="77" y="172"/>
                        <a:pt x="77" y="136"/>
                      </a:cubicBezTo>
                      <a:cubicBezTo>
                        <a:pt x="77" y="100"/>
                        <a:pt x="106" y="70"/>
                        <a:pt x="143" y="70"/>
                      </a:cubicBezTo>
                      <a:cubicBezTo>
                        <a:pt x="179" y="70"/>
                        <a:pt x="209" y="100"/>
                        <a:pt x="209" y="136"/>
                      </a:cubicBezTo>
                      <a:cubicBezTo>
                        <a:pt x="209" y="172"/>
                        <a:pt x="179" y="202"/>
                        <a:pt x="143" y="202"/>
                      </a:cubicBezTo>
                      <a:close/>
                      <a:moveTo>
                        <a:pt x="143" y="98"/>
                      </a:moveTo>
                      <a:cubicBezTo>
                        <a:pt x="122" y="98"/>
                        <a:pt x="105" y="115"/>
                        <a:pt x="105" y="136"/>
                      </a:cubicBezTo>
                      <a:cubicBezTo>
                        <a:pt x="105" y="157"/>
                        <a:pt x="122" y="174"/>
                        <a:pt x="143" y="174"/>
                      </a:cubicBezTo>
                      <a:cubicBezTo>
                        <a:pt x="164" y="174"/>
                        <a:pt x="181" y="157"/>
                        <a:pt x="181" y="136"/>
                      </a:cubicBezTo>
                      <a:cubicBezTo>
                        <a:pt x="181" y="115"/>
                        <a:pt x="164" y="98"/>
                        <a:pt x="143" y="98"/>
                      </a:cubicBezTo>
                      <a:close/>
                    </a:path>
                  </a:pathLst>
                </a:custGeom>
                <a:grpFill/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</p:grpSp>
      <p:sp>
        <p:nvSpPr>
          <p:cNvPr id="324" name="제목 2">
            <a:extLst>
              <a:ext uri="{FF2B5EF4-FFF2-40B4-BE49-F238E27FC236}">
                <a16:creationId xmlns:a16="http://schemas.microsoft.com/office/drawing/2014/main" id="{0F01E04F-E07D-4829-A09B-3AA1C53AE486}"/>
              </a:ext>
            </a:extLst>
          </p:cNvPr>
          <p:cNvSpPr txBox="1">
            <a:spLocks/>
          </p:cNvSpPr>
          <p:nvPr/>
        </p:nvSpPr>
        <p:spPr bwMode="auto">
          <a:xfrm>
            <a:off x="191892" y="282239"/>
            <a:ext cx="3876347" cy="54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None/>
              <a:defRPr lang="ko-KR" altLang="en-US" sz="2500" b="1" kern="1200" baseline="0" dirty="0">
                <a:solidFill>
                  <a:schemeClr val="bg1"/>
                </a:solidFill>
                <a:effectLst/>
                <a:latin typeface="Noto Sans" panose="020B050204050402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35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4.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CMK</a:t>
            </a:r>
            <a:r>
              <a:rPr kumimoji="0" lang="ko-KR" altLang="en-US" sz="2400" b="1" i="0" u="none" strike="noStrike" kern="1200" cap="none" spc="-15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이미지코리아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소개</a:t>
            </a:r>
          </a:p>
        </p:txBody>
      </p:sp>
    </p:spTree>
    <p:extLst>
      <p:ext uri="{BB962C8B-B14F-4D97-AF65-F5344CB8AC3E}">
        <p14:creationId xmlns:p14="http://schemas.microsoft.com/office/powerpoint/2010/main" val="2212316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noFill/>
        </a:ln>
      </a:spPr>
      <a:bodyPr rtlCol="0" anchor="ctr"/>
      <a:lstStyle>
        <a:defPPr algn="ctr">
          <a:defRPr sz="1200">
            <a:solidFill>
              <a:sysClr val="windowText" lastClr="000000"/>
            </a:solidFill>
            <a:latin typeface="KoPub돋움체 Light" panose="02020603020101020101" pitchFamily="18" charset="-127"/>
            <a:ea typeface="KoPub돋움체 Light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noFill/>
        </a:ln>
      </a:spPr>
      <a:bodyPr rtlCol="0" anchor="ctr"/>
      <a:lstStyle>
        <a:defPPr algn="ctr">
          <a:defRPr sz="1200">
            <a:solidFill>
              <a:sysClr val="windowText" lastClr="000000"/>
            </a:solidFill>
            <a:latin typeface="KoPub돋움체 Light" panose="02020603020101020101" pitchFamily="18" charset="-127"/>
            <a:ea typeface="KoPub돋움체 Light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3038</TotalTime>
  <Words>1618</Words>
  <Application>Microsoft Office PowerPoint</Application>
  <PresentationFormat>A4 용지(210x297mm)</PresentationFormat>
  <Paragraphs>334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KoPub돋움체 Light</vt:lpstr>
      <vt:lpstr>나눔스퀘어 ExtraBold</vt:lpstr>
      <vt:lpstr>맑은 고딕</vt:lpstr>
      <vt:lpstr>한컴바탕</vt:lpstr>
      <vt:lpstr>휴먼명조</vt:lpstr>
      <vt:lpstr>Arial</vt:lpstr>
      <vt:lpstr>Calibri</vt:lpstr>
      <vt:lpstr>Calibri Light</vt:lpstr>
      <vt:lpstr>Noto Sans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미경 조</cp:lastModifiedBy>
  <cp:revision>228</cp:revision>
  <dcterms:created xsi:type="dcterms:W3CDTF">2018-01-05T11:03:25Z</dcterms:created>
  <dcterms:modified xsi:type="dcterms:W3CDTF">2026-08-28T12:44:34Z</dcterms:modified>
</cp:coreProperties>
</file>