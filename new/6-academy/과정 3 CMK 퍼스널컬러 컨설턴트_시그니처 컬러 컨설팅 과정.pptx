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0" r:id="rId4"/>
    <p:sldId id="259" r:id="rId5"/>
    <p:sldId id="271" r:id="rId6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41" userDrawn="1">
          <p15:clr>
            <a:srgbClr val="A4A3A4"/>
          </p15:clr>
        </p15:guide>
        <p15:guide id="2" pos="13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6FA"/>
    <a:srgbClr val="33304D"/>
    <a:srgbClr val="E6E6E6"/>
    <a:srgbClr val="F7F7F7"/>
    <a:srgbClr val="9793BB"/>
    <a:srgbClr val="E2CEF6"/>
    <a:srgbClr val="BB8AEA"/>
    <a:srgbClr val="5F4B8A"/>
    <a:srgbClr val="7030A0"/>
    <a:srgbClr val="137F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50A642-63A3-4360-BF84-21556BD3CEE3}" v="9" dt="2024-07-08T01:58:23.5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24" autoAdjust="0"/>
    <p:restoredTop sz="95448" autoAdjust="0"/>
  </p:normalViewPr>
  <p:slideViewPr>
    <p:cSldViewPr snapToGrid="0">
      <p:cViewPr varScale="1">
        <p:scale>
          <a:sx n="61" d="100"/>
          <a:sy n="61" d="100"/>
        </p:scale>
        <p:origin x="3288" y="48"/>
      </p:cViewPr>
      <p:guideLst>
        <p:guide orient="horz" pos="1941"/>
        <p:guide pos="13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미경 조" userId="9c818cba518b6188" providerId="LiveId" clId="{8150A642-63A3-4360-BF84-21556BD3CEE3}"/>
    <pc:docChg chg="custSel delSld modSld">
      <pc:chgData name="미경 조" userId="9c818cba518b6188" providerId="LiveId" clId="{8150A642-63A3-4360-BF84-21556BD3CEE3}" dt="2024-07-08T01:59:16.198" v="142" actId="1076"/>
      <pc:docMkLst>
        <pc:docMk/>
      </pc:docMkLst>
      <pc:sldChg chg="addSp delSp modSp mod">
        <pc:chgData name="미경 조" userId="9c818cba518b6188" providerId="LiveId" clId="{8150A642-63A3-4360-BF84-21556BD3CEE3}" dt="2024-07-08T01:56:13.637" v="108" actId="1076"/>
        <pc:sldMkLst>
          <pc:docMk/>
          <pc:sldMk cId="1093354290" sldId="256"/>
        </pc:sldMkLst>
        <pc:spChg chg="mod">
          <ac:chgData name="미경 조" userId="9c818cba518b6188" providerId="LiveId" clId="{8150A642-63A3-4360-BF84-21556BD3CEE3}" dt="2024-07-08T01:50:15.748" v="6" actId="1076"/>
          <ac:spMkLst>
            <pc:docMk/>
            <pc:sldMk cId="1093354290" sldId="256"/>
            <ac:spMk id="2" creationId="{00000000-0000-0000-0000-000000000000}"/>
          </ac:spMkLst>
        </pc:spChg>
        <pc:spChg chg="mod">
          <ac:chgData name="미경 조" userId="9c818cba518b6188" providerId="LiveId" clId="{8150A642-63A3-4360-BF84-21556BD3CEE3}" dt="2024-07-08T01:50:10.993" v="5" actId="1076"/>
          <ac:spMkLst>
            <pc:docMk/>
            <pc:sldMk cId="1093354290" sldId="256"/>
            <ac:spMk id="6" creationId="{00000000-0000-0000-0000-000000000000}"/>
          </ac:spMkLst>
        </pc:spChg>
        <pc:spChg chg="mod">
          <ac:chgData name="미경 조" userId="9c818cba518b6188" providerId="LiveId" clId="{8150A642-63A3-4360-BF84-21556BD3CEE3}" dt="2024-07-08T01:49:50.894" v="2" actId="20577"/>
          <ac:spMkLst>
            <pc:docMk/>
            <pc:sldMk cId="1093354290" sldId="256"/>
            <ac:spMk id="21" creationId="{00000000-0000-0000-0000-000000000000}"/>
          </ac:spMkLst>
        </pc:spChg>
        <pc:spChg chg="del">
          <ac:chgData name="미경 조" userId="9c818cba518b6188" providerId="LiveId" clId="{8150A642-63A3-4360-BF84-21556BD3CEE3}" dt="2024-07-08T01:49:58.807" v="4" actId="478"/>
          <ac:spMkLst>
            <pc:docMk/>
            <pc:sldMk cId="1093354290" sldId="256"/>
            <ac:spMk id="59" creationId="{00000000-0000-0000-0000-000000000000}"/>
          </ac:spMkLst>
        </pc:spChg>
        <pc:spChg chg="mod">
          <ac:chgData name="미경 조" userId="9c818cba518b6188" providerId="LiveId" clId="{8150A642-63A3-4360-BF84-21556BD3CEE3}" dt="2024-07-08T01:56:05.189" v="106" actId="1076"/>
          <ac:spMkLst>
            <pc:docMk/>
            <pc:sldMk cId="1093354290" sldId="256"/>
            <ac:spMk id="100" creationId="{00000000-0000-0000-0000-000000000000}"/>
          </ac:spMkLst>
        </pc:spChg>
        <pc:spChg chg="mod">
          <ac:chgData name="미경 조" userId="9c818cba518b6188" providerId="LiveId" clId="{8150A642-63A3-4360-BF84-21556BD3CEE3}" dt="2024-07-08T01:50:33.653" v="9" actId="20577"/>
          <ac:spMkLst>
            <pc:docMk/>
            <pc:sldMk cId="1093354290" sldId="256"/>
            <ac:spMk id="452" creationId="{00000000-0000-0000-0000-000000000000}"/>
          </ac:spMkLst>
        </pc:spChg>
        <pc:grpChg chg="mod">
          <ac:chgData name="미경 조" userId="9c818cba518b6188" providerId="LiveId" clId="{8150A642-63A3-4360-BF84-21556BD3CEE3}" dt="2024-07-08T01:56:01.397" v="105" actId="1076"/>
          <ac:grpSpMkLst>
            <pc:docMk/>
            <pc:sldMk cId="1093354290" sldId="256"/>
            <ac:grpSpMk id="18" creationId="{00000000-0000-0000-0000-000000000000}"/>
          </ac:grpSpMkLst>
        </pc:grpChg>
        <pc:grpChg chg="del">
          <ac:chgData name="미경 조" userId="9c818cba518b6188" providerId="LiveId" clId="{8150A642-63A3-4360-BF84-21556BD3CEE3}" dt="2024-07-08T01:49:52.844" v="3" actId="478"/>
          <ac:grpSpMkLst>
            <pc:docMk/>
            <pc:sldMk cId="1093354290" sldId="256"/>
            <ac:grpSpMk id="22" creationId="{00000000-0000-0000-0000-000000000000}"/>
          </ac:grpSpMkLst>
        </pc:grpChg>
        <pc:picChg chg="add mod">
          <ac:chgData name="미경 조" userId="9c818cba518b6188" providerId="LiveId" clId="{8150A642-63A3-4360-BF84-21556BD3CEE3}" dt="2024-07-08T01:56:13.637" v="108" actId="1076"/>
          <ac:picMkLst>
            <pc:docMk/>
            <pc:sldMk cId="1093354290" sldId="256"/>
            <ac:picMk id="5" creationId="{0B077289-EA6B-A379-706C-3A8DF3430111}"/>
          </ac:picMkLst>
        </pc:picChg>
        <pc:picChg chg="add del mod">
          <ac:chgData name="미경 조" userId="9c818cba518b6188" providerId="LiveId" clId="{8150A642-63A3-4360-BF84-21556BD3CEE3}" dt="2024-07-08T01:54:45.077" v="28" actId="478"/>
          <ac:picMkLst>
            <pc:docMk/>
            <pc:sldMk cId="1093354290" sldId="256"/>
            <ac:picMk id="7" creationId="{F4EAD9D2-653E-B6EA-E9E0-ADC518D64603}"/>
          </ac:picMkLst>
        </pc:picChg>
        <pc:picChg chg="del">
          <ac:chgData name="미경 조" userId="9c818cba518b6188" providerId="LiveId" clId="{8150A642-63A3-4360-BF84-21556BD3CEE3}" dt="2024-07-08T01:49:42.450" v="0" actId="478"/>
          <ac:picMkLst>
            <pc:docMk/>
            <pc:sldMk cId="1093354290" sldId="256"/>
            <ac:picMk id="77" creationId="{00000000-0000-0000-0000-000000000000}"/>
          </ac:picMkLst>
        </pc:picChg>
        <pc:cxnChg chg="mod">
          <ac:chgData name="미경 조" userId="9c818cba518b6188" providerId="LiveId" clId="{8150A642-63A3-4360-BF84-21556BD3CEE3}" dt="2024-07-08T01:56:08.573" v="107" actId="1076"/>
          <ac:cxnSpMkLst>
            <pc:docMk/>
            <pc:sldMk cId="1093354290" sldId="256"/>
            <ac:cxnSpMk id="99" creationId="{00000000-0000-0000-0000-000000000000}"/>
          </ac:cxnSpMkLst>
        </pc:cxnChg>
      </pc:sldChg>
      <pc:sldChg chg="delSp modSp mod">
        <pc:chgData name="미경 조" userId="9c818cba518b6188" providerId="LiveId" clId="{8150A642-63A3-4360-BF84-21556BD3CEE3}" dt="2024-07-08T01:56:52.544" v="115" actId="20577"/>
        <pc:sldMkLst>
          <pc:docMk/>
          <pc:sldMk cId="1425798138" sldId="257"/>
        </pc:sldMkLst>
        <pc:spChg chg="mod">
          <ac:chgData name="미경 조" userId="9c818cba518b6188" providerId="LiveId" clId="{8150A642-63A3-4360-BF84-21556BD3CEE3}" dt="2024-07-08T01:56:41.454" v="111" actId="20577"/>
          <ac:spMkLst>
            <pc:docMk/>
            <pc:sldMk cId="1425798138" sldId="257"/>
            <ac:spMk id="40" creationId="{00000000-0000-0000-0000-000000000000}"/>
          </ac:spMkLst>
        </pc:spChg>
        <pc:spChg chg="mod">
          <ac:chgData name="미경 조" userId="9c818cba518b6188" providerId="LiveId" clId="{8150A642-63A3-4360-BF84-21556BD3CEE3}" dt="2024-07-08T01:56:52.544" v="115" actId="20577"/>
          <ac:spMkLst>
            <pc:docMk/>
            <pc:sldMk cId="1425798138" sldId="257"/>
            <ac:spMk id="45" creationId="{00000000-0000-0000-0000-000000000000}"/>
          </ac:spMkLst>
        </pc:spChg>
        <pc:spChg chg="del mod">
          <ac:chgData name="미경 조" userId="9c818cba518b6188" providerId="LiveId" clId="{8150A642-63A3-4360-BF84-21556BD3CEE3}" dt="2024-07-08T01:56:34.078" v="110" actId="478"/>
          <ac:spMkLst>
            <pc:docMk/>
            <pc:sldMk cId="1425798138" sldId="257"/>
            <ac:spMk id="94" creationId="{00000000-0000-0000-0000-000000000000}"/>
          </ac:spMkLst>
        </pc:spChg>
      </pc:sldChg>
      <pc:sldChg chg="delSp modSp mod">
        <pc:chgData name="미경 조" userId="9c818cba518b6188" providerId="LiveId" clId="{8150A642-63A3-4360-BF84-21556BD3CEE3}" dt="2024-07-08T01:57:18.665" v="119" actId="478"/>
        <pc:sldMkLst>
          <pc:docMk/>
          <pc:sldMk cId="1984834296" sldId="259"/>
        </pc:sldMkLst>
        <pc:spChg chg="del mod topLvl">
          <ac:chgData name="미경 조" userId="9c818cba518b6188" providerId="LiveId" clId="{8150A642-63A3-4360-BF84-21556BD3CEE3}" dt="2024-07-08T01:57:18.665" v="119" actId="478"/>
          <ac:spMkLst>
            <pc:docMk/>
            <pc:sldMk cId="1984834296" sldId="259"/>
            <ac:spMk id="94" creationId="{00000000-0000-0000-0000-000000000000}"/>
          </ac:spMkLst>
        </pc:spChg>
        <pc:grpChg chg="del">
          <ac:chgData name="미경 조" userId="9c818cba518b6188" providerId="LiveId" clId="{8150A642-63A3-4360-BF84-21556BD3CEE3}" dt="2024-07-08T01:57:18.665" v="119" actId="478"/>
          <ac:grpSpMkLst>
            <pc:docMk/>
            <pc:sldMk cId="1984834296" sldId="259"/>
            <ac:grpSpMk id="3" creationId="{00000000-0000-0000-0000-000000000000}"/>
          </ac:grpSpMkLst>
        </pc:grpChg>
        <pc:grpChg chg="topLvl">
          <ac:chgData name="미경 조" userId="9c818cba518b6188" providerId="LiveId" clId="{8150A642-63A3-4360-BF84-21556BD3CEE3}" dt="2024-07-08T01:57:18.665" v="119" actId="478"/>
          <ac:grpSpMkLst>
            <pc:docMk/>
            <pc:sldMk cId="1984834296" sldId="259"/>
            <ac:grpSpMk id="10" creationId="{00000000-0000-0000-0000-000000000000}"/>
          </ac:grpSpMkLst>
        </pc:grpChg>
      </pc:sldChg>
      <pc:sldChg chg="modSp del mod">
        <pc:chgData name="미경 조" userId="9c818cba518b6188" providerId="LiveId" clId="{8150A642-63A3-4360-BF84-21556BD3CEE3}" dt="2024-07-08T01:57:53.415" v="124" actId="47"/>
        <pc:sldMkLst>
          <pc:docMk/>
          <pc:sldMk cId="728340916" sldId="260"/>
        </pc:sldMkLst>
        <pc:spChg chg="mod">
          <ac:chgData name="미경 조" userId="9c818cba518b6188" providerId="LiveId" clId="{8150A642-63A3-4360-BF84-21556BD3CEE3}" dt="2024-07-08T01:57:30.943" v="122" actId="20577"/>
          <ac:spMkLst>
            <pc:docMk/>
            <pc:sldMk cId="728340916" sldId="260"/>
            <ac:spMk id="94" creationId="{00000000-0000-0000-0000-000000000000}"/>
          </ac:spMkLst>
        </pc:spChg>
      </pc:sldChg>
      <pc:sldChg chg="delSp modSp del mod">
        <pc:chgData name="미경 조" userId="9c818cba518b6188" providerId="LiveId" clId="{8150A642-63A3-4360-BF84-21556BD3CEE3}" dt="2024-07-08T01:58:46.938" v="133" actId="47"/>
        <pc:sldMkLst>
          <pc:docMk/>
          <pc:sldMk cId="3363163521" sldId="263"/>
        </pc:sldMkLst>
        <pc:spChg chg="del">
          <ac:chgData name="미경 조" userId="9c818cba518b6188" providerId="LiveId" clId="{8150A642-63A3-4360-BF84-21556BD3CEE3}" dt="2024-07-08T01:58:36.894" v="130" actId="478"/>
          <ac:spMkLst>
            <pc:docMk/>
            <pc:sldMk cId="3363163521" sldId="263"/>
            <ac:spMk id="30" creationId="{00000000-0000-0000-0000-000000000000}"/>
          </ac:spMkLst>
        </pc:spChg>
        <pc:spChg chg="mod">
          <ac:chgData name="미경 조" userId="9c818cba518b6188" providerId="LiveId" clId="{8150A642-63A3-4360-BF84-21556BD3CEE3}" dt="2024-07-08T01:58:19.301" v="128" actId="20577"/>
          <ac:spMkLst>
            <pc:docMk/>
            <pc:sldMk cId="3363163521" sldId="263"/>
            <ac:spMk id="34" creationId="{00000000-0000-0000-0000-000000000000}"/>
          </ac:spMkLst>
        </pc:spChg>
        <pc:spChg chg="del mod">
          <ac:chgData name="미경 조" userId="9c818cba518b6188" providerId="LiveId" clId="{8150A642-63A3-4360-BF84-21556BD3CEE3}" dt="2024-07-08T01:58:39.657" v="132" actId="478"/>
          <ac:spMkLst>
            <pc:docMk/>
            <pc:sldMk cId="3363163521" sldId="263"/>
            <ac:spMk id="44" creationId="{00000000-0000-0000-0000-000000000000}"/>
          </ac:spMkLst>
        </pc:spChg>
        <pc:grpChg chg="del">
          <ac:chgData name="미경 조" userId="9c818cba518b6188" providerId="LiveId" clId="{8150A642-63A3-4360-BF84-21556BD3CEE3}" dt="2024-07-08T01:58:36.894" v="130" actId="478"/>
          <ac:grpSpMkLst>
            <pc:docMk/>
            <pc:sldMk cId="3363163521" sldId="263"/>
            <ac:grpSpMk id="11" creationId="{00000000-0000-0000-0000-000000000000}"/>
          </ac:grpSpMkLst>
        </pc:grpChg>
        <pc:picChg chg="del">
          <ac:chgData name="미경 조" userId="9c818cba518b6188" providerId="LiveId" clId="{8150A642-63A3-4360-BF84-21556BD3CEE3}" dt="2024-07-08T01:58:23.544" v="129" actId="478"/>
          <ac:picMkLst>
            <pc:docMk/>
            <pc:sldMk cId="3363163521" sldId="263"/>
            <ac:picMk id="35" creationId="{00000000-0000-0000-0000-000000000000}"/>
          </ac:picMkLst>
        </pc:picChg>
      </pc:sldChg>
      <pc:sldChg chg="del">
        <pc:chgData name="미경 조" userId="9c818cba518b6188" providerId="LiveId" clId="{8150A642-63A3-4360-BF84-21556BD3CEE3}" dt="2024-07-08T01:58:07.243" v="125" actId="47"/>
        <pc:sldMkLst>
          <pc:docMk/>
          <pc:sldMk cId="2190199105" sldId="266"/>
        </pc:sldMkLst>
      </pc:sldChg>
      <pc:sldChg chg="del">
        <pc:chgData name="미경 조" userId="9c818cba518b6188" providerId="LiveId" clId="{8150A642-63A3-4360-BF84-21556BD3CEE3}" dt="2024-07-08T01:58:08.720" v="126" actId="47"/>
        <pc:sldMkLst>
          <pc:docMk/>
          <pc:sldMk cId="3079810055" sldId="268"/>
        </pc:sldMkLst>
      </pc:sldChg>
      <pc:sldChg chg="addSp delSp modSp mod">
        <pc:chgData name="미경 조" userId="9c818cba518b6188" providerId="LiveId" clId="{8150A642-63A3-4360-BF84-21556BD3CEE3}" dt="2024-07-08T01:57:01.562" v="116" actId="478"/>
        <pc:sldMkLst>
          <pc:docMk/>
          <pc:sldMk cId="3218700756" sldId="270"/>
        </pc:sldMkLst>
        <pc:spChg chg="del">
          <ac:chgData name="미경 조" userId="9c818cba518b6188" providerId="LiveId" clId="{8150A642-63A3-4360-BF84-21556BD3CEE3}" dt="2024-07-08T01:57:01.562" v="116" actId="478"/>
          <ac:spMkLst>
            <pc:docMk/>
            <pc:sldMk cId="3218700756" sldId="270"/>
            <ac:spMk id="94" creationId="{00000000-0000-0000-0000-000000000000}"/>
          </ac:spMkLst>
        </pc:spChg>
        <pc:picChg chg="add del mod">
          <ac:chgData name="미경 조" userId="9c818cba518b6188" providerId="LiveId" clId="{8150A642-63A3-4360-BF84-21556BD3CEE3}" dt="2024-07-08T01:54:22.855" v="22" actId="21"/>
          <ac:picMkLst>
            <pc:docMk/>
            <pc:sldMk cId="3218700756" sldId="270"/>
            <ac:picMk id="5" creationId="{29B00C8E-ADBF-20A7-71E6-6DDC24F8A247}"/>
          </ac:picMkLst>
        </pc:picChg>
      </pc:sldChg>
      <pc:sldChg chg="delSp modSp mod">
        <pc:chgData name="미경 조" userId="9c818cba518b6188" providerId="LiveId" clId="{8150A642-63A3-4360-BF84-21556BD3CEE3}" dt="2024-07-08T01:59:16.198" v="142" actId="1076"/>
        <pc:sldMkLst>
          <pc:docMk/>
          <pc:sldMk cId="3319217188" sldId="271"/>
        </pc:sldMkLst>
        <pc:spChg chg="del">
          <ac:chgData name="미경 조" userId="9c818cba518b6188" providerId="LiveId" clId="{8150A642-63A3-4360-BF84-21556BD3CEE3}" dt="2024-07-08T01:58:54.234" v="134" actId="478"/>
          <ac:spMkLst>
            <pc:docMk/>
            <pc:sldMk cId="3319217188" sldId="271"/>
            <ac:spMk id="20" creationId="{00000000-0000-0000-0000-000000000000}"/>
          </ac:spMkLst>
        </pc:spChg>
        <pc:spChg chg="del mod topLvl">
          <ac:chgData name="미경 조" userId="9c818cba518b6188" providerId="LiveId" clId="{8150A642-63A3-4360-BF84-21556BD3CEE3}" dt="2024-07-08T01:57:26.392" v="121" actId="478"/>
          <ac:spMkLst>
            <pc:docMk/>
            <pc:sldMk cId="3319217188" sldId="271"/>
            <ac:spMk id="94" creationId="{00000000-0000-0000-0000-000000000000}"/>
          </ac:spMkLst>
        </pc:spChg>
        <pc:grpChg chg="del">
          <ac:chgData name="미경 조" userId="9c818cba518b6188" providerId="LiveId" clId="{8150A642-63A3-4360-BF84-21556BD3CEE3}" dt="2024-07-08T01:57:26.392" v="121" actId="478"/>
          <ac:grpSpMkLst>
            <pc:docMk/>
            <pc:sldMk cId="3319217188" sldId="271"/>
            <ac:grpSpMk id="3" creationId="{00000000-0000-0000-0000-000000000000}"/>
          </ac:grpSpMkLst>
        </pc:grpChg>
        <pc:grpChg chg="topLvl">
          <ac:chgData name="미경 조" userId="9c818cba518b6188" providerId="LiveId" clId="{8150A642-63A3-4360-BF84-21556BD3CEE3}" dt="2024-07-08T01:57:26.392" v="121" actId="478"/>
          <ac:grpSpMkLst>
            <pc:docMk/>
            <pc:sldMk cId="3319217188" sldId="271"/>
            <ac:grpSpMk id="10" creationId="{00000000-0000-0000-0000-000000000000}"/>
          </ac:grpSpMkLst>
        </pc:grpChg>
        <pc:picChg chg="mod">
          <ac:chgData name="미경 조" userId="9c818cba518b6188" providerId="LiveId" clId="{8150A642-63A3-4360-BF84-21556BD3CEE3}" dt="2024-07-08T01:59:16.198" v="142" actId="1076"/>
          <ac:picMkLst>
            <pc:docMk/>
            <pc:sldMk cId="3319217188" sldId="271"/>
            <ac:picMk id="7" creationId="{0694AA4E-DD41-4258-A53D-322C1E60DFA2}"/>
          </ac:picMkLst>
        </pc:picChg>
        <pc:picChg chg="mod">
          <ac:chgData name="미경 조" userId="9c818cba518b6188" providerId="LiveId" clId="{8150A642-63A3-4360-BF84-21556BD3CEE3}" dt="2024-07-08T01:59:14.374" v="141" actId="14100"/>
          <ac:picMkLst>
            <pc:docMk/>
            <pc:sldMk cId="3319217188" sldId="271"/>
            <ac:picMk id="13" creationId="{30DDE170-8558-458B-A128-B19E8255CE42}"/>
          </ac:picMkLst>
        </pc:picChg>
        <pc:picChg chg="mod">
          <ac:chgData name="미경 조" userId="9c818cba518b6188" providerId="LiveId" clId="{8150A642-63A3-4360-BF84-21556BD3CEE3}" dt="2024-07-08T01:59:08.520" v="139" actId="1076"/>
          <ac:picMkLst>
            <pc:docMk/>
            <pc:sldMk cId="3319217188" sldId="271"/>
            <ac:picMk id="15" creationId="{047D0BC9-FCAA-4A84-81C3-1CC60C9AD770}"/>
          </ac:picMkLst>
        </pc:picChg>
      </pc:sldChg>
      <pc:sldChg chg="del">
        <pc:chgData name="미경 조" userId="9c818cba518b6188" providerId="LiveId" clId="{8150A642-63A3-4360-BF84-21556BD3CEE3}" dt="2024-07-08T01:57:05.942" v="117" actId="47"/>
        <pc:sldMkLst>
          <pc:docMk/>
          <pc:sldMk cId="3673033095" sldId="272"/>
        </pc:sldMkLst>
      </pc:sldChg>
      <pc:sldChg chg="del">
        <pc:chgData name="미경 조" userId="9c818cba518b6188" providerId="LiveId" clId="{8150A642-63A3-4360-BF84-21556BD3CEE3}" dt="2024-07-08T01:57:40.633" v="123" actId="2696"/>
        <pc:sldMkLst>
          <pc:docMk/>
          <pc:sldMk cId="2415078431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2024-07-08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059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2024-07-08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416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2024-07-08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09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2024-07-08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17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2024-07-08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036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2024-07-08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28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2024-07-08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62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2024-07-08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071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2024-07-08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370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2024-07-08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251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AB337-C65D-493B-9E25-DB0373697223}" type="datetimeFigureOut">
              <a:rPr lang="ko-KR" altLang="en-US" smtClean="0"/>
              <a:t>2024-07-08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72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6E6E6"/>
            </a:gs>
            <a:gs pos="100000">
              <a:srgbClr val="E6E6E6"/>
            </a:gs>
            <a:gs pos="89000">
              <a:schemeClr val="bg1"/>
            </a:gs>
            <a:gs pos="12000">
              <a:schemeClr val="bg1">
                <a:lumMod val="0"/>
                <a:lumOff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7AB337-C65D-493B-9E25-DB0373697223}" type="datetimeFigureOut">
              <a:rPr lang="ko-KR" altLang="en-US" smtClean="0"/>
              <a:t>2024-07-08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131C8-0300-43FE-A63D-CFF50C4094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641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 rot="16200000">
            <a:off x="-4651016" y="4624753"/>
            <a:ext cx="9906002" cy="637351"/>
          </a:xfrm>
          <a:prstGeom prst="rect">
            <a:avLst/>
          </a:prstGeom>
          <a:blipFill>
            <a:blip r:embed="rId2"/>
            <a:srcRect/>
            <a:stretch>
              <a:fillRect l="-27205" t="-90322" r="-9377" b="-8709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prstClr val="white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  Korea Productivity Center _ Public Sector Education Center </a:t>
            </a:r>
          </a:p>
        </p:txBody>
      </p:sp>
      <p:cxnSp>
        <p:nvCxnSpPr>
          <p:cNvPr id="4" name="직선 연결선 3"/>
          <p:cNvCxnSpPr/>
          <p:nvPr/>
        </p:nvCxnSpPr>
        <p:spPr>
          <a:xfrm>
            <a:off x="840364" y="2150013"/>
            <a:ext cx="5661270" cy="0"/>
          </a:xfrm>
          <a:prstGeom prst="line">
            <a:avLst/>
          </a:prstGeom>
          <a:ln w="38100">
            <a:solidFill>
              <a:srgbClr val="5E4C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모서리가 둥근 직사각형 5"/>
          <p:cNvSpPr/>
          <p:nvPr/>
        </p:nvSpPr>
        <p:spPr>
          <a:xfrm>
            <a:off x="577612" y="1097521"/>
            <a:ext cx="6385879" cy="1293001"/>
          </a:xfrm>
          <a:prstGeom prst="roundRect">
            <a:avLst>
              <a:gd name="adj" fmla="val 5484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r>
              <a:rPr lang="ko-KR" altLang="en-US" sz="2800" b="1" spc="-300" dirty="0">
                <a:gradFill>
                  <a:gsLst>
                    <a:gs pos="0">
                      <a:srgbClr val="CC99FF"/>
                    </a:gs>
                    <a:gs pos="100000">
                      <a:srgbClr val="5E4C8A"/>
                    </a:gs>
                    <a:gs pos="48000">
                      <a:srgbClr val="8D63B2"/>
                    </a:gs>
                  </a:gsLst>
                  <a:lin ang="13500000" scaled="1"/>
                </a:gradFill>
                <a:latin typeface="청소년서체" panose="02020603020101020101" pitchFamily="18" charset="-127"/>
                <a:ea typeface="청소년서체" panose="02020603020101020101" pitchFamily="18" charset="-127"/>
              </a:rPr>
              <a:t>퍼스널 </a:t>
            </a:r>
            <a:r>
              <a:rPr lang="en-US" altLang="ko-KR" sz="2800" b="1" spc="-300" dirty="0">
                <a:gradFill>
                  <a:gsLst>
                    <a:gs pos="0">
                      <a:srgbClr val="CC99FF"/>
                    </a:gs>
                    <a:gs pos="100000">
                      <a:srgbClr val="5E4C8A"/>
                    </a:gs>
                    <a:gs pos="48000">
                      <a:srgbClr val="8D63B2"/>
                    </a:gs>
                  </a:gsLst>
                  <a:lin ang="13500000" scaled="1"/>
                </a:gradFill>
                <a:latin typeface="청소년서체" panose="02020603020101020101" pitchFamily="18" charset="-127"/>
                <a:ea typeface="청소년서체" panose="02020603020101020101" pitchFamily="18" charset="-127"/>
              </a:rPr>
              <a:t>&amp; </a:t>
            </a:r>
            <a:r>
              <a:rPr lang="ko-KR" altLang="en-US" sz="2800" b="1" spc="-300" dirty="0" err="1">
                <a:gradFill>
                  <a:gsLst>
                    <a:gs pos="0">
                      <a:srgbClr val="CC99FF"/>
                    </a:gs>
                    <a:gs pos="100000">
                      <a:srgbClr val="5E4C8A"/>
                    </a:gs>
                    <a:gs pos="48000">
                      <a:srgbClr val="8D63B2"/>
                    </a:gs>
                  </a:gsLst>
                  <a:lin ang="13500000" scaled="1"/>
                </a:gradFill>
                <a:latin typeface="청소년서체" panose="02020603020101020101" pitchFamily="18" charset="-127"/>
                <a:ea typeface="청소년서체" panose="02020603020101020101" pitchFamily="18" charset="-127"/>
              </a:rPr>
              <a:t>시그니처</a:t>
            </a:r>
            <a:r>
              <a:rPr lang="ko-KR" altLang="en-US" sz="2800" b="1" spc="-300" dirty="0">
                <a:gradFill>
                  <a:gsLst>
                    <a:gs pos="0">
                      <a:srgbClr val="CC99FF"/>
                    </a:gs>
                    <a:gs pos="100000">
                      <a:srgbClr val="5E4C8A"/>
                    </a:gs>
                    <a:gs pos="48000">
                      <a:srgbClr val="8D63B2"/>
                    </a:gs>
                  </a:gsLst>
                  <a:lin ang="13500000" scaled="1"/>
                </a:gradFill>
                <a:latin typeface="청소년서체" panose="02020603020101020101" pitchFamily="18" charset="-127"/>
                <a:ea typeface="청소년서체" panose="02020603020101020101" pitchFamily="18" charset="-127"/>
              </a:rPr>
              <a:t> 컬러 컨설턴트 양성</a:t>
            </a:r>
          </a:p>
        </p:txBody>
      </p:sp>
      <p:grpSp>
        <p:nvGrpSpPr>
          <p:cNvPr id="384" name="그룹 383"/>
          <p:cNvGrpSpPr/>
          <p:nvPr/>
        </p:nvGrpSpPr>
        <p:grpSpPr>
          <a:xfrm>
            <a:off x="739332" y="312563"/>
            <a:ext cx="5903216" cy="842915"/>
            <a:chOff x="739332" y="80446"/>
            <a:chExt cx="10716539" cy="1292780"/>
          </a:xfrm>
        </p:grpSpPr>
        <p:sp>
          <p:nvSpPr>
            <p:cNvPr id="385" name="타원 384"/>
            <p:cNvSpPr/>
            <p:nvPr/>
          </p:nvSpPr>
          <p:spPr>
            <a:xfrm>
              <a:off x="1556615" y="159657"/>
              <a:ext cx="852756" cy="852756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6" name="타원 385"/>
            <p:cNvSpPr/>
            <p:nvPr/>
          </p:nvSpPr>
          <p:spPr>
            <a:xfrm>
              <a:off x="1982993" y="80446"/>
              <a:ext cx="1274207" cy="1274207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7" name="타원 386"/>
            <p:cNvSpPr/>
            <p:nvPr/>
          </p:nvSpPr>
          <p:spPr>
            <a:xfrm>
              <a:off x="1902007" y="736123"/>
              <a:ext cx="522644" cy="522644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8" name="타원 387"/>
            <p:cNvSpPr/>
            <p:nvPr/>
          </p:nvSpPr>
          <p:spPr>
            <a:xfrm>
              <a:off x="2291971" y="438799"/>
              <a:ext cx="873797" cy="873797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9" name="타원 388"/>
            <p:cNvSpPr/>
            <p:nvPr/>
          </p:nvSpPr>
          <p:spPr>
            <a:xfrm>
              <a:off x="2981334" y="334436"/>
              <a:ext cx="914862" cy="914862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0" name="타원 389"/>
            <p:cNvSpPr/>
            <p:nvPr/>
          </p:nvSpPr>
          <p:spPr>
            <a:xfrm>
              <a:off x="3023246" y="126676"/>
              <a:ext cx="415519" cy="41551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1" name="타원 390"/>
            <p:cNvSpPr/>
            <p:nvPr/>
          </p:nvSpPr>
          <p:spPr>
            <a:xfrm rot="20677582">
              <a:off x="739332" y="575144"/>
              <a:ext cx="475478" cy="475477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2" name="타원 391"/>
            <p:cNvSpPr/>
            <p:nvPr/>
          </p:nvSpPr>
          <p:spPr>
            <a:xfrm rot="20677582">
              <a:off x="983800" y="434177"/>
              <a:ext cx="710469" cy="71046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3" name="타원 392"/>
            <p:cNvSpPr/>
            <p:nvPr/>
          </p:nvSpPr>
          <p:spPr>
            <a:xfrm rot="20677582">
              <a:off x="989131" y="861703"/>
              <a:ext cx="291415" cy="291414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4" name="타원 393"/>
            <p:cNvSpPr/>
            <p:nvPr/>
          </p:nvSpPr>
          <p:spPr>
            <a:xfrm rot="20677582">
              <a:off x="1177286" y="614752"/>
              <a:ext cx="487210" cy="48720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5" name="타원 394"/>
            <p:cNvSpPr/>
            <p:nvPr/>
          </p:nvSpPr>
          <p:spPr>
            <a:xfrm rot="20677582">
              <a:off x="1535104" y="453297"/>
              <a:ext cx="510107" cy="510106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6" name="타원 395"/>
            <p:cNvSpPr/>
            <p:nvPr/>
          </p:nvSpPr>
          <p:spPr>
            <a:xfrm rot="20677582">
              <a:off x="1495001" y="377292"/>
              <a:ext cx="231684" cy="231684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7" name="타원 396"/>
            <p:cNvSpPr/>
            <p:nvPr/>
          </p:nvSpPr>
          <p:spPr>
            <a:xfrm flipH="1">
              <a:off x="9785832" y="178230"/>
              <a:ext cx="852756" cy="852756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8" name="타원 397"/>
            <p:cNvSpPr/>
            <p:nvPr/>
          </p:nvSpPr>
          <p:spPr>
            <a:xfrm flipH="1">
              <a:off x="8938003" y="99019"/>
              <a:ext cx="1274207" cy="1274207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9" name="타원 398"/>
            <p:cNvSpPr/>
            <p:nvPr/>
          </p:nvSpPr>
          <p:spPr>
            <a:xfrm flipH="1">
              <a:off x="9770552" y="754696"/>
              <a:ext cx="522644" cy="522644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0" name="타원 399"/>
            <p:cNvSpPr/>
            <p:nvPr/>
          </p:nvSpPr>
          <p:spPr>
            <a:xfrm flipH="1">
              <a:off x="9029435" y="457372"/>
              <a:ext cx="873797" cy="873797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1" name="타원 400"/>
            <p:cNvSpPr/>
            <p:nvPr/>
          </p:nvSpPr>
          <p:spPr>
            <a:xfrm flipH="1">
              <a:off x="8299007" y="353009"/>
              <a:ext cx="914862" cy="914862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2" name="타원 401"/>
            <p:cNvSpPr/>
            <p:nvPr/>
          </p:nvSpPr>
          <p:spPr>
            <a:xfrm flipH="1">
              <a:off x="8756438" y="145249"/>
              <a:ext cx="415519" cy="41551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3" name="타원 402"/>
            <p:cNvSpPr/>
            <p:nvPr/>
          </p:nvSpPr>
          <p:spPr>
            <a:xfrm rot="922418" flipH="1">
              <a:off x="10980393" y="593717"/>
              <a:ext cx="475478" cy="475477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4" name="타원 403"/>
            <p:cNvSpPr/>
            <p:nvPr/>
          </p:nvSpPr>
          <p:spPr>
            <a:xfrm rot="922418" flipH="1">
              <a:off x="10500934" y="452750"/>
              <a:ext cx="710469" cy="71046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5" name="타원 404"/>
            <p:cNvSpPr/>
            <p:nvPr/>
          </p:nvSpPr>
          <p:spPr>
            <a:xfrm rot="922418" flipH="1">
              <a:off x="10914657" y="880276"/>
              <a:ext cx="291415" cy="291414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6" name="타원 405"/>
            <p:cNvSpPr/>
            <p:nvPr/>
          </p:nvSpPr>
          <p:spPr>
            <a:xfrm rot="922418" flipH="1">
              <a:off x="10530707" y="633325"/>
              <a:ext cx="487210" cy="48720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7" name="타원 406"/>
            <p:cNvSpPr/>
            <p:nvPr/>
          </p:nvSpPr>
          <p:spPr>
            <a:xfrm rot="922418" flipH="1">
              <a:off x="10149992" y="471870"/>
              <a:ext cx="510107" cy="510106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8" name="타원 407"/>
            <p:cNvSpPr/>
            <p:nvPr/>
          </p:nvSpPr>
          <p:spPr>
            <a:xfrm rot="922418" flipH="1">
              <a:off x="10468518" y="395865"/>
              <a:ext cx="231684" cy="231684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55" name="직선 연결선 54"/>
          <p:cNvCxnSpPr/>
          <p:nvPr/>
        </p:nvCxnSpPr>
        <p:spPr>
          <a:xfrm rot="16200000" flipH="1">
            <a:off x="1330061" y="5420799"/>
            <a:ext cx="1872000" cy="421"/>
          </a:xfrm>
          <a:prstGeom prst="line">
            <a:avLst/>
          </a:prstGeom>
          <a:ln w="28575">
            <a:solidFill>
              <a:srgbClr val="5F4B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/>
          <p:cNvGrpSpPr/>
          <p:nvPr/>
        </p:nvGrpSpPr>
        <p:grpSpPr>
          <a:xfrm>
            <a:off x="1085973" y="4878321"/>
            <a:ext cx="915635" cy="1085377"/>
            <a:chOff x="1480667" y="4793001"/>
            <a:chExt cx="915635" cy="1085377"/>
          </a:xfrm>
        </p:grpSpPr>
        <p:grpSp>
          <p:nvGrpSpPr>
            <p:cNvPr id="19" name="그룹 18"/>
            <p:cNvGrpSpPr/>
            <p:nvPr/>
          </p:nvGrpSpPr>
          <p:grpSpPr>
            <a:xfrm>
              <a:off x="1668484" y="4793001"/>
              <a:ext cx="540000" cy="540000"/>
              <a:chOff x="1530615" y="3607452"/>
              <a:chExt cx="756000" cy="756000"/>
            </a:xfrm>
          </p:grpSpPr>
          <p:sp>
            <p:nvSpPr>
              <p:cNvPr id="51" name="타원 50"/>
              <p:cNvSpPr/>
              <p:nvPr/>
            </p:nvSpPr>
            <p:spPr>
              <a:xfrm>
                <a:off x="1530615" y="3607452"/>
                <a:ext cx="756000" cy="756000"/>
              </a:xfrm>
              <a:prstGeom prst="ellipse">
                <a:avLst/>
              </a:prstGeom>
              <a:solidFill>
                <a:srgbClr val="5F4B8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Freeform 11"/>
              <p:cNvSpPr>
                <a:spLocks noEditPoints="1"/>
              </p:cNvSpPr>
              <p:nvPr/>
            </p:nvSpPr>
            <p:spPr bwMode="auto">
              <a:xfrm>
                <a:off x="1779266" y="3826647"/>
                <a:ext cx="258699" cy="317610"/>
              </a:xfrm>
              <a:custGeom>
                <a:avLst/>
                <a:gdLst>
                  <a:gd name="T0" fmla="*/ 1930 w 2831"/>
                  <a:gd name="T1" fmla="*/ 2787 h 3472"/>
                  <a:gd name="T2" fmla="*/ 1791 w 2831"/>
                  <a:gd name="T3" fmla="*/ 2855 h 3472"/>
                  <a:gd name="T4" fmla="*/ 2114 w 2831"/>
                  <a:gd name="T5" fmla="*/ 3172 h 3472"/>
                  <a:gd name="T6" fmla="*/ 2628 w 2831"/>
                  <a:gd name="T7" fmla="*/ 2656 h 3472"/>
                  <a:gd name="T8" fmla="*/ 2538 w 2831"/>
                  <a:gd name="T9" fmla="*/ 2529 h 3472"/>
                  <a:gd name="T10" fmla="*/ 1440 w 2831"/>
                  <a:gd name="T11" fmla="*/ 2529 h 3472"/>
                  <a:gd name="T12" fmla="*/ 914 w 2831"/>
                  <a:gd name="T13" fmla="*/ 2569 h 3472"/>
                  <a:gd name="T14" fmla="*/ 928 w 2831"/>
                  <a:gd name="T15" fmla="*/ 2433 h 3472"/>
                  <a:gd name="T16" fmla="*/ 807 w 2831"/>
                  <a:gd name="T17" fmla="*/ 2382 h 3472"/>
                  <a:gd name="T18" fmla="*/ 439 w 2831"/>
                  <a:gd name="T19" fmla="*/ 2514 h 3472"/>
                  <a:gd name="T20" fmla="*/ 470 w 2831"/>
                  <a:gd name="T21" fmla="*/ 2433 h 3472"/>
                  <a:gd name="T22" fmla="*/ 2186 w 2831"/>
                  <a:gd name="T23" fmla="*/ 2182 h 3472"/>
                  <a:gd name="T24" fmla="*/ 2642 w 2831"/>
                  <a:gd name="T25" fmla="*/ 2371 h 3472"/>
                  <a:gd name="T26" fmla="*/ 2831 w 2831"/>
                  <a:gd name="T27" fmla="*/ 2827 h 3472"/>
                  <a:gd name="T28" fmla="*/ 2642 w 2831"/>
                  <a:gd name="T29" fmla="*/ 3283 h 3472"/>
                  <a:gd name="T30" fmla="*/ 2186 w 2831"/>
                  <a:gd name="T31" fmla="*/ 3472 h 3472"/>
                  <a:gd name="T32" fmla="*/ 1729 w 2831"/>
                  <a:gd name="T33" fmla="*/ 3283 h 3472"/>
                  <a:gd name="T34" fmla="*/ 1540 w 2831"/>
                  <a:gd name="T35" fmla="*/ 2827 h 3472"/>
                  <a:gd name="T36" fmla="*/ 1729 w 2831"/>
                  <a:gd name="T37" fmla="*/ 2371 h 3472"/>
                  <a:gd name="T38" fmla="*/ 2186 w 2831"/>
                  <a:gd name="T39" fmla="*/ 2182 h 3472"/>
                  <a:gd name="T40" fmla="*/ 1540 w 2831"/>
                  <a:gd name="T41" fmla="*/ 2083 h 3472"/>
                  <a:gd name="T42" fmla="*/ 914 w 2831"/>
                  <a:gd name="T43" fmla="*/ 2123 h 3472"/>
                  <a:gd name="T44" fmla="*/ 928 w 2831"/>
                  <a:gd name="T45" fmla="*/ 1986 h 3472"/>
                  <a:gd name="T46" fmla="*/ 807 w 2831"/>
                  <a:gd name="T47" fmla="*/ 1957 h 3472"/>
                  <a:gd name="T48" fmla="*/ 439 w 2831"/>
                  <a:gd name="T49" fmla="*/ 2088 h 3472"/>
                  <a:gd name="T50" fmla="*/ 470 w 2831"/>
                  <a:gd name="T51" fmla="*/ 2007 h 3472"/>
                  <a:gd name="T52" fmla="*/ 944 w 2831"/>
                  <a:gd name="T53" fmla="*/ 1588 h 3472"/>
                  <a:gd name="T54" fmla="*/ 1786 w 2831"/>
                  <a:gd name="T55" fmla="*/ 1702 h 3472"/>
                  <a:gd name="T56" fmla="*/ 904 w 2831"/>
                  <a:gd name="T57" fmla="*/ 1716 h 3472"/>
                  <a:gd name="T58" fmla="*/ 944 w 2831"/>
                  <a:gd name="T59" fmla="*/ 1588 h 3472"/>
                  <a:gd name="T60" fmla="*/ 800 w 2831"/>
                  <a:gd name="T61" fmla="*/ 1548 h 3472"/>
                  <a:gd name="T62" fmla="*/ 430 w 2831"/>
                  <a:gd name="T63" fmla="*/ 1656 h 3472"/>
                  <a:gd name="T64" fmla="*/ 484 w 2831"/>
                  <a:gd name="T65" fmla="*/ 1589 h 3472"/>
                  <a:gd name="T66" fmla="*/ 1738 w 2831"/>
                  <a:gd name="T67" fmla="*/ 1140 h 3472"/>
                  <a:gd name="T68" fmla="*/ 1778 w 2831"/>
                  <a:gd name="T69" fmla="*/ 1269 h 3472"/>
                  <a:gd name="T70" fmla="*/ 896 w 2831"/>
                  <a:gd name="T71" fmla="*/ 1255 h 3472"/>
                  <a:gd name="T72" fmla="*/ 769 w 2831"/>
                  <a:gd name="T73" fmla="*/ 1030 h 3472"/>
                  <a:gd name="T74" fmla="*/ 616 w 2831"/>
                  <a:gd name="T75" fmla="*/ 1312 h 3472"/>
                  <a:gd name="T76" fmla="*/ 423 w 2831"/>
                  <a:gd name="T77" fmla="*/ 1202 h 3472"/>
                  <a:gd name="T78" fmla="*/ 496 w 2831"/>
                  <a:gd name="T79" fmla="*/ 1154 h 3472"/>
                  <a:gd name="T80" fmla="*/ 548 w 2831"/>
                  <a:gd name="T81" fmla="*/ 372 h 3472"/>
                  <a:gd name="T82" fmla="*/ 681 w 2831"/>
                  <a:gd name="T83" fmla="*/ 618 h 3472"/>
                  <a:gd name="T84" fmla="*/ 1588 w 2831"/>
                  <a:gd name="T85" fmla="*/ 597 h 3472"/>
                  <a:gd name="T86" fmla="*/ 1683 w 2831"/>
                  <a:gd name="T87" fmla="*/ 347 h 3472"/>
                  <a:gd name="T88" fmla="*/ 2201 w 2831"/>
                  <a:gd name="T89" fmla="*/ 438 h 3472"/>
                  <a:gd name="T90" fmla="*/ 2118 w 2831"/>
                  <a:gd name="T91" fmla="*/ 2037 h 3472"/>
                  <a:gd name="T92" fmla="*/ 1412 w 2831"/>
                  <a:gd name="T93" fmla="*/ 3005 h 3472"/>
                  <a:gd name="T94" fmla="*/ 47 w 2831"/>
                  <a:gd name="T95" fmla="*/ 3054 h 3472"/>
                  <a:gd name="T96" fmla="*/ 21 w 2831"/>
                  <a:gd name="T97" fmla="*/ 455 h 3472"/>
                  <a:gd name="T98" fmla="*/ 1118 w 2831"/>
                  <a:gd name="T99" fmla="*/ 99 h 3472"/>
                  <a:gd name="T100" fmla="*/ 1053 w 2831"/>
                  <a:gd name="T101" fmla="*/ 211 h 3472"/>
                  <a:gd name="T102" fmla="*/ 1182 w 2831"/>
                  <a:gd name="T103" fmla="*/ 211 h 3472"/>
                  <a:gd name="T104" fmla="*/ 1118 w 2831"/>
                  <a:gd name="T105" fmla="*/ 99 h 3472"/>
                  <a:gd name="T106" fmla="*/ 1268 w 2831"/>
                  <a:gd name="T107" fmla="*/ 85 h 3472"/>
                  <a:gd name="T108" fmla="*/ 1328 w 2831"/>
                  <a:gd name="T109" fmla="*/ 238 h 3472"/>
                  <a:gd name="T110" fmla="*/ 1564 w 2831"/>
                  <a:gd name="T111" fmla="*/ 312 h 3472"/>
                  <a:gd name="T112" fmla="*/ 1547 w 2831"/>
                  <a:gd name="T113" fmla="*/ 503 h 3472"/>
                  <a:gd name="T114" fmla="*/ 711 w 2831"/>
                  <a:gd name="T115" fmla="*/ 521 h 3472"/>
                  <a:gd name="T116" fmla="*/ 657 w 2831"/>
                  <a:gd name="T117" fmla="*/ 338 h 3472"/>
                  <a:gd name="T118" fmla="*/ 889 w 2831"/>
                  <a:gd name="T119" fmla="*/ 245 h 3472"/>
                  <a:gd name="T120" fmla="*/ 954 w 2831"/>
                  <a:gd name="T121" fmla="*/ 112 h 3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831" h="3472">
                    <a:moveTo>
                      <a:pt x="2538" y="2529"/>
                    </a:moveTo>
                    <a:lnTo>
                      <a:pt x="2517" y="2531"/>
                    </a:lnTo>
                    <a:lnTo>
                      <a:pt x="2496" y="2537"/>
                    </a:lnTo>
                    <a:lnTo>
                      <a:pt x="2476" y="2547"/>
                    </a:lnTo>
                    <a:lnTo>
                      <a:pt x="2459" y="2563"/>
                    </a:lnTo>
                    <a:lnTo>
                      <a:pt x="2124" y="2939"/>
                    </a:lnTo>
                    <a:lnTo>
                      <a:pt x="1950" y="2800"/>
                    </a:lnTo>
                    <a:lnTo>
                      <a:pt x="1930" y="2787"/>
                    </a:lnTo>
                    <a:lnTo>
                      <a:pt x="1909" y="2780"/>
                    </a:lnTo>
                    <a:lnTo>
                      <a:pt x="1888" y="2778"/>
                    </a:lnTo>
                    <a:lnTo>
                      <a:pt x="1866" y="2780"/>
                    </a:lnTo>
                    <a:lnTo>
                      <a:pt x="1845" y="2787"/>
                    </a:lnTo>
                    <a:lnTo>
                      <a:pt x="1826" y="2799"/>
                    </a:lnTo>
                    <a:lnTo>
                      <a:pt x="1810" y="2814"/>
                    </a:lnTo>
                    <a:lnTo>
                      <a:pt x="1797" y="2834"/>
                    </a:lnTo>
                    <a:lnTo>
                      <a:pt x="1791" y="2855"/>
                    </a:lnTo>
                    <a:lnTo>
                      <a:pt x="1788" y="2876"/>
                    </a:lnTo>
                    <a:lnTo>
                      <a:pt x="1791" y="2899"/>
                    </a:lnTo>
                    <a:lnTo>
                      <a:pt x="1797" y="2920"/>
                    </a:lnTo>
                    <a:lnTo>
                      <a:pt x="1809" y="2938"/>
                    </a:lnTo>
                    <a:lnTo>
                      <a:pt x="1826" y="2954"/>
                    </a:lnTo>
                    <a:lnTo>
                      <a:pt x="2073" y="3152"/>
                    </a:lnTo>
                    <a:lnTo>
                      <a:pt x="2093" y="3165"/>
                    </a:lnTo>
                    <a:lnTo>
                      <a:pt x="2114" y="3172"/>
                    </a:lnTo>
                    <a:lnTo>
                      <a:pt x="2135" y="3174"/>
                    </a:lnTo>
                    <a:lnTo>
                      <a:pt x="2156" y="3172"/>
                    </a:lnTo>
                    <a:lnTo>
                      <a:pt x="2175" y="3166"/>
                    </a:lnTo>
                    <a:lnTo>
                      <a:pt x="2194" y="3155"/>
                    </a:lnTo>
                    <a:lnTo>
                      <a:pt x="2210" y="3142"/>
                    </a:lnTo>
                    <a:lnTo>
                      <a:pt x="2607" y="2694"/>
                    </a:lnTo>
                    <a:lnTo>
                      <a:pt x="2620" y="2676"/>
                    </a:lnTo>
                    <a:lnTo>
                      <a:pt x="2628" y="2656"/>
                    </a:lnTo>
                    <a:lnTo>
                      <a:pt x="2633" y="2633"/>
                    </a:lnTo>
                    <a:lnTo>
                      <a:pt x="2631" y="2612"/>
                    </a:lnTo>
                    <a:lnTo>
                      <a:pt x="2625" y="2591"/>
                    </a:lnTo>
                    <a:lnTo>
                      <a:pt x="2615" y="2571"/>
                    </a:lnTo>
                    <a:lnTo>
                      <a:pt x="2599" y="2555"/>
                    </a:lnTo>
                    <a:lnTo>
                      <a:pt x="2580" y="2542"/>
                    </a:lnTo>
                    <a:lnTo>
                      <a:pt x="2560" y="2534"/>
                    </a:lnTo>
                    <a:lnTo>
                      <a:pt x="2538" y="2529"/>
                    </a:lnTo>
                    <a:close/>
                    <a:moveTo>
                      <a:pt x="944" y="2430"/>
                    </a:moveTo>
                    <a:lnTo>
                      <a:pt x="1391" y="2430"/>
                    </a:lnTo>
                    <a:lnTo>
                      <a:pt x="1406" y="2433"/>
                    </a:lnTo>
                    <a:lnTo>
                      <a:pt x="1420" y="2440"/>
                    </a:lnTo>
                    <a:lnTo>
                      <a:pt x="1431" y="2450"/>
                    </a:lnTo>
                    <a:lnTo>
                      <a:pt x="1438" y="2464"/>
                    </a:lnTo>
                    <a:lnTo>
                      <a:pt x="1440" y="2480"/>
                    </a:lnTo>
                    <a:lnTo>
                      <a:pt x="1440" y="2529"/>
                    </a:lnTo>
                    <a:lnTo>
                      <a:pt x="1438" y="2545"/>
                    </a:lnTo>
                    <a:lnTo>
                      <a:pt x="1431" y="2559"/>
                    </a:lnTo>
                    <a:lnTo>
                      <a:pt x="1420" y="2569"/>
                    </a:lnTo>
                    <a:lnTo>
                      <a:pt x="1406" y="2577"/>
                    </a:lnTo>
                    <a:lnTo>
                      <a:pt x="1391" y="2579"/>
                    </a:lnTo>
                    <a:lnTo>
                      <a:pt x="944" y="2579"/>
                    </a:lnTo>
                    <a:lnTo>
                      <a:pt x="928" y="2577"/>
                    </a:lnTo>
                    <a:lnTo>
                      <a:pt x="914" y="2569"/>
                    </a:lnTo>
                    <a:lnTo>
                      <a:pt x="904" y="2559"/>
                    </a:lnTo>
                    <a:lnTo>
                      <a:pt x="896" y="2545"/>
                    </a:lnTo>
                    <a:lnTo>
                      <a:pt x="894" y="2529"/>
                    </a:lnTo>
                    <a:lnTo>
                      <a:pt x="894" y="2480"/>
                    </a:lnTo>
                    <a:lnTo>
                      <a:pt x="896" y="2464"/>
                    </a:lnTo>
                    <a:lnTo>
                      <a:pt x="904" y="2450"/>
                    </a:lnTo>
                    <a:lnTo>
                      <a:pt x="914" y="2440"/>
                    </a:lnTo>
                    <a:lnTo>
                      <a:pt x="928" y="2433"/>
                    </a:lnTo>
                    <a:lnTo>
                      <a:pt x="944" y="2430"/>
                    </a:lnTo>
                    <a:close/>
                    <a:moveTo>
                      <a:pt x="769" y="2319"/>
                    </a:moveTo>
                    <a:lnTo>
                      <a:pt x="783" y="2322"/>
                    </a:lnTo>
                    <a:lnTo>
                      <a:pt x="795" y="2330"/>
                    </a:lnTo>
                    <a:lnTo>
                      <a:pt x="805" y="2341"/>
                    </a:lnTo>
                    <a:lnTo>
                      <a:pt x="810" y="2355"/>
                    </a:lnTo>
                    <a:lnTo>
                      <a:pt x="810" y="2368"/>
                    </a:lnTo>
                    <a:lnTo>
                      <a:pt x="807" y="2382"/>
                    </a:lnTo>
                    <a:lnTo>
                      <a:pt x="800" y="2395"/>
                    </a:lnTo>
                    <a:lnTo>
                      <a:pt x="616" y="2600"/>
                    </a:lnTo>
                    <a:lnTo>
                      <a:pt x="606" y="2608"/>
                    </a:lnTo>
                    <a:lnTo>
                      <a:pt x="594" y="2613"/>
                    </a:lnTo>
                    <a:lnTo>
                      <a:pt x="581" y="2616"/>
                    </a:lnTo>
                    <a:lnTo>
                      <a:pt x="567" y="2612"/>
                    </a:lnTo>
                    <a:lnTo>
                      <a:pt x="553" y="2605"/>
                    </a:lnTo>
                    <a:lnTo>
                      <a:pt x="439" y="2514"/>
                    </a:lnTo>
                    <a:lnTo>
                      <a:pt x="430" y="2503"/>
                    </a:lnTo>
                    <a:lnTo>
                      <a:pt x="423" y="2490"/>
                    </a:lnTo>
                    <a:lnTo>
                      <a:pt x="422" y="2477"/>
                    </a:lnTo>
                    <a:lnTo>
                      <a:pt x="425" y="2463"/>
                    </a:lnTo>
                    <a:lnTo>
                      <a:pt x="432" y="2449"/>
                    </a:lnTo>
                    <a:lnTo>
                      <a:pt x="442" y="2440"/>
                    </a:lnTo>
                    <a:lnTo>
                      <a:pt x="456" y="2435"/>
                    </a:lnTo>
                    <a:lnTo>
                      <a:pt x="470" y="2433"/>
                    </a:lnTo>
                    <a:lnTo>
                      <a:pt x="484" y="2436"/>
                    </a:lnTo>
                    <a:lnTo>
                      <a:pt x="496" y="2443"/>
                    </a:lnTo>
                    <a:lnTo>
                      <a:pt x="576" y="2507"/>
                    </a:lnTo>
                    <a:lnTo>
                      <a:pt x="731" y="2334"/>
                    </a:lnTo>
                    <a:lnTo>
                      <a:pt x="742" y="2324"/>
                    </a:lnTo>
                    <a:lnTo>
                      <a:pt x="755" y="2320"/>
                    </a:lnTo>
                    <a:lnTo>
                      <a:pt x="769" y="2319"/>
                    </a:lnTo>
                    <a:close/>
                    <a:moveTo>
                      <a:pt x="2186" y="2182"/>
                    </a:moveTo>
                    <a:lnTo>
                      <a:pt x="2251" y="2185"/>
                    </a:lnTo>
                    <a:lnTo>
                      <a:pt x="2316" y="2196"/>
                    </a:lnTo>
                    <a:lnTo>
                      <a:pt x="2378" y="2212"/>
                    </a:lnTo>
                    <a:lnTo>
                      <a:pt x="2437" y="2233"/>
                    </a:lnTo>
                    <a:lnTo>
                      <a:pt x="2494" y="2260"/>
                    </a:lnTo>
                    <a:lnTo>
                      <a:pt x="2546" y="2293"/>
                    </a:lnTo>
                    <a:lnTo>
                      <a:pt x="2596" y="2329"/>
                    </a:lnTo>
                    <a:lnTo>
                      <a:pt x="2642" y="2371"/>
                    </a:lnTo>
                    <a:lnTo>
                      <a:pt x="2683" y="2417"/>
                    </a:lnTo>
                    <a:lnTo>
                      <a:pt x="2721" y="2466"/>
                    </a:lnTo>
                    <a:lnTo>
                      <a:pt x="2753" y="2520"/>
                    </a:lnTo>
                    <a:lnTo>
                      <a:pt x="2780" y="2577"/>
                    </a:lnTo>
                    <a:lnTo>
                      <a:pt x="2802" y="2636"/>
                    </a:lnTo>
                    <a:lnTo>
                      <a:pt x="2818" y="2698"/>
                    </a:lnTo>
                    <a:lnTo>
                      <a:pt x="2828" y="2761"/>
                    </a:lnTo>
                    <a:lnTo>
                      <a:pt x="2831" y="2827"/>
                    </a:lnTo>
                    <a:lnTo>
                      <a:pt x="2828" y="2893"/>
                    </a:lnTo>
                    <a:lnTo>
                      <a:pt x="2818" y="2958"/>
                    </a:lnTo>
                    <a:lnTo>
                      <a:pt x="2802" y="3019"/>
                    </a:lnTo>
                    <a:lnTo>
                      <a:pt x="2780" y="3079"/>
                    </a:lnTo>
                    <a:lnTo>
                      <a:pt x="2753" y="3134"/>
                    </a:lnTo>
                    <a:lnTo>
                      <a:pt x="2721" y="3188"/>
                    </a:lnTo>
                    <a:lnTo>
                      <a:pt x="2683" y="3237"/>
                    </a:lnTo>
                    <a:lnTo>
                      <a:pt x="2642" y="3283"/>
                    </a:lnTo>
                    <a:lnTo>
                      <a:pt x="2596" y="3325"/>
                    </a:lnTo>
                    <a:lnTo>
                      <a:pt x="2546" y="3362"/>
                    </a:lnTo>
                    <a:lnTo>
                      <a:pt x="2494" y="3394"/>
                    </a:lnTo>
                    <a:lnTo>
                      <a:pt x="2437" y="3421"/>
                    </a:lnTo>
                    <a:lnTo>
                      <a:pt x="2378" y="3443"/>
                    </a:lnTo>
                    <a:lnTo>
                      <a:pt x="2316" y="3459"/>
                    </a:lnTo>
                    <a:lnTo>
                      <a:pt x="2251" y="3469"/>
                    </a:lnTo>
                    <a:lnTo>
                      <a:pt x="2186" y="3472"/>
                    </a:lnTo>
                    <a:lnTo>
                      <a:pt x="2120" y="3469"/>
                    </a:lnTo>
                    <a:lnTo>
                      <a:pt x="2055" y="3459"/>
                    </a:lnTo>
                    <a:lnTo>
                      <a:pt x="1993" y="3443"/>
                    </a:lnTo>
                    <a:lnTo>
                      <a:pt x="1934" y="3421"/>
                    </a:lnTo>
                    <a:lnTo>
                      <a:pt x="1877" y="3394"/>
                    </a:lnTo>
                    <a:lnTo>
                      <a:pt x="1825" y="3362"/>
                    </a:lnTo>
                    <a:lnTo>
                      <a:pt x="1775" y="3325"/>
                    </a:lnTo>
                    <a:lnTo>
                      <a:pt x="1729" y="3283"/>
                    </a:lnTo>
                    <a:lnTo>
                      <a:pt x="1688" y="3237"/>
                    </a:lnTo>
                    <a:lnTo>
                      <a:pt x="1650" y="3188"/>
                    </a:lnTo>
                    <a:lnTo>
                      <a:pt x="1618" y="3134"/>
                    </a:lnTo>
                    <a:lnTo>
                      <a:pt x="1591" y="3079"/>
                    </a:lnTo>
                    <a:lnTo>
                      <a:pt x="1569" y="3019"/>
                    </a:lnTo>
                    <a:lnTo>
                      <a:pt x="1553" y="2958"/>
                    </a:lnTo>
                    <a:lnTo>
                      <a:pt x="1543" y="2893"/>
                    </a:lnTo>
                    <a:lnTo>
                      <a:pt x="1540" y="2827"/>
                    </a:lnTo>
                    <a:lnTo>
                      <a:pt x="1543" y="2761"/>
                    </a:lnTo>
                    <a:lnTo>
                      <a:pt x="1553" y="2698"/>
                    </a:lnTo>
                    <a:lnTo>
                      <a:pt x="1569" y="2636"/>
                    </a:lnTo>
                    <a:lnTo>
                      <a:pt x="1591" y="2577"/>
                    </a:lnTo>
                    <a:lnTo>
                      <a:pt x="1618" y="2520"/>
                    </a:lnTo>
                    <a:lnTo>
                      <a:pt x="1650" y="2466"/>
                    </a:lnTo>
                    <a:lnTo>
                      <a:pt x="1688" y="2417"/>
                    </a:lnTo>
                    <a:lnTo>
                      <a:pt x="1729" y="2371"/>
                    </a:lnTo>
                    <a:lnTo>
                      <a:pt x="1775" y="2329"/>
                    </a:lnTo>
                    <a:lnTo>
                      <a:pt x="1825" y="2293"/>
                    </a:lnTo>
                    <a:lnTo>
                      <a:pt x="1877" y="2260"/>
                    </a:lnTo>
                    <a:lnTo>
                      <a:pt x="1934" y="2233"/>
                    </a:lnTo>
                    <a:lnTo>
                      <a:pt x="1993" y="2212"/>
                    </a:lnTo>
                    <a:lnTo>
                      <a:pt x="2055" y="2196"/>
                    </a:lnTo>
                    <a:lnTo>
                      <a:pt x="2120" y="2185"/>
                    </a:lnTo>
                    <a:lnTo>
                      <a:pt x="2186" y="2182"/>
                    </a:lnTo>
                    <a:close/>
                    <a:moveTo>
                      <a:pt x="944" y="1984"/>
                    </a:moveTo>
                    <a:lnTo>
                      <a:pt x="1491" y="1984"/>
                    </a:lnTo>
                    <a:lnTo>
                      <a:pt x="1505" y="1986"/>
                    </a:lnTo>
                    <a:lnTo>
                      <a:pt x="1519" y="1994"/>
                    </a:lnTo>
                    <a:lnTo>
                      <a:pt x="1531" y="2004"/>
                    </a:lnTo>
                    <a:lnTo>
                      <a:pt x="1537" y="2018"/>
                    </a:lnTo>
                    <a:lnTo>
                      <a:pt x="1540" y="2034"/>
                    </a:lnTo>
                    <a:lnTo>
                      <a:pt x="1540" y="2083"/>
                    </a:lnTo>
                    <a:lnTo>
                      <a:pt x="1537" y="2099"/>
                    </a:lnTo>
                    <a:lnTo>
                      <a:pt x="1531" y="2113"/>
                    </a:lnTo>
                    <a:lnTo>
                      <a:pt x="1519" y="2123"/>
                    </a:lnTo>
                    <a:lnTo>
                      <a:pt x="1505" y="2131"/>
                    </a:lnTo>
                    <a:lnTo>
                      <a:pt x="1491" y="2133"/>
                    </a:lnTo>
                    <a:lnTo>
                      <a:pt x="944" y="2133"/>
                    </a:lnTo>
                    <a:lnTo>
                      <a:pt x="928" y="2131"/>
                    </a:lnTo>
                    <a:lnTo>
                      <a:pt x="914" y="2123"/>
                    </a:lnTo>
                    <a:lnTo>
                      <a:pt x="904" y="2113"/>
                    </a:lnTo>
                    <a:lnTo>
                      <a:pt x="896" y="2099"/>
                    </a:lnTo>
                    <a:lnTo>
                      <a:pt x="894" y="2083"/>
                    </a:lnTo>
                    <a:lnTo>
                      <a:pt x="894" y="2034"/>
                    </a:lnTo>
                    <a:lnTo>
                      <a:pt x="896" y="2018"/>
                    </a:lnTo>
                    <a:lnTo>
                      <a:pt x="904" y="2004"/>
                    </a:lnTo>
                    <a:lnTo>
                      <a:pt x="914" y="1994"/>
                    </a:lnTo>
                    <a:lnTo>
                      <a:pt x="928" y="1986"/>
                    </a:lnTo>
                    <a:lnTo>
                      <a:pt x="944" y="1984"/>
                    </a:lnTo>
                    <a:close/>
                    <a:moveTo>
                      <a:pt x="769" y="1894"/>
                    </a:moveTo>
                    <a:lnTo>
                      <a:pt x="783" y="1897"/>
                    </a:lnTo>
                    <a:lnTo>
                      <a:pt x="795" y="1905"/>
                    </a:lnTo>
                    <a:lnTo>
                      <a:pt x="805" y="1916"/>
                    </a:lnTo>
                    <a:lnTo>
                      <a:pt x="810" y="1930"/>
                    </a:lnTo>
                    <a:lnTo>
                      <a:pt x="810" y="1943"/>
                    </a:lnTo>
                    <a:lnTo>
                      <a:pt x="807" y="1957"/>
                    </a:lnTo>
                    <a:lnTo>
                      <a:pt x="800" y="1970"/>
                    </a:lnTo>
                    <a:lnTo>
                      <a:pt x="616" y="2175"/>
                    </a:lnTo>
                    <a:lnTo>
                      <a:pt x="606" y="2183"/>
                    </a:lnTo>
                    <a:lnTo>
                      <a:pt x="594" y="2188"/>
                    </a:lnTo>
                    <a:lnTo>
                      <a:pt x="581" y="2191"/>
                    </a:lnTo>
                    <a:lnTo>
                      <a:pt x="567" y="2187"/>
                    </a:lnTo>
                    <a:lnTo>
                      <a:pt x="553" y="2180"/>
                    </a:lnTo>
                    <a:lnTo>
                      <a:pt x="439" y="2088"/>
                    </a:lnTo>
                    <a:lnTo>
                      <a:pt x="430" y="2078"/>
                    </a:lnTo>
                    <a:lnTo>
                      <a:pt x="423" y="2065"/>
                    </a:lnTo>
                    <a:lnTo>
                      <a:pt x="422" y="2052"/>
                    </a:lnTo>
                    <a:lnTo>
                      <a:pt x="425" y="2038"/>
                    </a:lnTo>
                    <a:lnTo>
                      <a:pt x="432" y="2024"/>
                    </a:lnTo>
                    <a:lnTo>
                      <a:pt x="442" y="2015"/>
                    </a:lnTo>
                    <a:lnTo>
                      <a:pt x="456" y="2010"/>
                    </a:lnTo>
                    <a:lnTo>
                      <a:pt x="470" y="2007"/>
                    </a:lnTo>
                    <a:lnTo>
                      <a:pt x="484" y="2011"/>
                    </a:lnTo>
                    <a:lnTo>
                      <a:pt x="496" y="2018"/>
                    </a:lnTo>
                    <a:lnTo>
                      <a:pt x="576" y="2082"/>
                    </a:lnTo>
                    <a:lnTo>
                      <a:pt x="731" y="1909"/>
                    </a:lnTo>
                    <a:lnTo>
                      <a:pt x="742" y="1899"/>
                    </a:lnTo>
                    <a:lnTo>
                      <a:pt x="755" y="1895"/>
                    </a:lnTo>
                    <a:lnTo>
                      <a:pt x="769" y="1894"/>
                    </a:lnTo>
                    <a:close/>
                    <a:moveTo>
                      <a:pt x="944" y="1588"/>
                    </a:moveTo>
                    <a:lnTo>
                      <a:pt x="1738" y="1588"/>
                    </a:lnTo>
                    <a:lnTo>
                      <a:pt x="1754" y="1590"/>
                    </a:lnTo>
                    <a:lnTo>
                      <a:pt x="1768" y="1597"/>
                    </a:lnTo>
                    <a:lnTo>
                      <a:pt x="1778" y="1608"/>
                    </a:lnTo>
                    <a:lnTo>
                      <a:pt x="1786" y="1621"/>
                    </a:lnTo>
                    <a:lnTo>
                      <a:pt x="1788" y="1637"/>
                    </a:lnTo>
                    <a:lnTo>
                      <a:pt x="1788" y="1687"/>
                    </a:lnTo>
                    <a:lnTo>
                      <a:pt x="1786" y="1702"/>
                    </a:lnTo>
                    <a:lnTo>
                      <a:pt x="1778" y="1716"/>
                    </a:lnTo>
                    <a:lnTo>
                      <a:pt x="1768" y="1727"/>
                    </a:lnTo>
                    <a:lnTo>
                      <a:pt x="1754" y="1734"/>
                    </a:lnTo>
                    <a:lnTo>
                      <a:pt x="1738" y="1736"/>
                    </a:lnTo>
                    <a:lnTo>
                      <a:pt x="944" y="1736"/>
                    </a:lnTo>
                    <a:lnTo>
                      <a:pt x="928" y="1734"/>
                    </a:lnTo>
                    <a:lnTo>
                      <a:pt x="914" y="1727"/>
                    </a:lnTo>
                    <a:lnTo>
                      <a:pt x="904" y="1716"/>
                    </a:lnTo>
                    <a:lnTo>
                      <a:pt x="896" y="1702"/>
                    </a:lnTo>
                    <a:lnTo>
                      <a:pt x="894" y="1687"/>
                    </a:lnTo>
                    <a:lnTo>
                      <a:pt x="894" y="1637"/>
                    </a:lnTo>
                    <a:lnTo>
                      <a:pt x="896" y="1621"/>
                    </a:lnTo>
                    <a:lnTo>
                      <a:pt x="904" y="1608"/>
                    </a:lnTo>
                    <a:lnTo>
                      <a:pt x="914" y="1597"/>
                    </a:lnTo>
                    <a:lnTo>
                      <a:pt x="928" y="1590"/>
                    </a:lnTo>
                    <a:lnTo>
                      <a:pt x="944" y="1588"/>
                    </a:lnTo>
                    <a:close/>
                    <a:moveTo>
                      <a:pt x="769" y="1472"/>
                    </a:moveTo>
                    <a:lnTo>
                      <a:pt x="783" y="1475"/>
                    </a:lnTo>
                    <a:lnTo>
                      <a:pt x="795" y="1483"/>
                    </a:lnTo>
                    <a:lnTo>
                      <a:pt x="805" y="1494"/>
                    </a:lnTo>
                    <a:lnTo>
                      <a:pt x="810" y="1508"/>
                    </a:lnTo>
                    <a:lnTo>
                      <a:pt x="810" y="1521"/>
                    </a:lnTo>
                    <a:lnTo>
                      <a:pt x="807" y="1535"/>
                    </a:lnTo>
                    <a:lnTo>
                      <a:pt x="800" y="1548"/>
                    </a:lnTo>
                    <a:lnTo>
                      <a:pt x="616" y="1753"/>
                    </a:lnTo>
                    <a:lnTo>
                      <a:pt x="606" y="1761"/>
                    </a:lnTo>
                    <a:lnTo>
                      <a:pt x="594" y="1767"/>
                    </a:lnTo>
                    <a:lnTo>
                      <a:pt x="581" y="1769"/>
                    </a:lnTo>
                    <a:lnTo>
                      <a:pt x="567" y="1765"/>
                    </a:lnTo>
                    <a:lnTo>
                      <a:pt x="553" y="1758"/>
                    </a:lnTo>
                    <a:lnTo>
                      <a:pt x="439" y="1667"/>
                    </a:lnTo>
                    <a:lnTo>
                      <a:pt x="430" y="1656"/>
                    </a:lnTo>
                    <a:lnTo>
                      <a:pt x="423" y="1643"/>
                    </a:lnTo>
                    <a:lnTo>
                      <a:pt x="422" y="1630"/>
                    </a:lnTo>
                    <a:lnTo>
                      <a:pt x="425" y="1615"/>
                    </a:lnTo>
                    <a:lnTo>
                      <a:pt x="432" y="1602"/>
                    </a:lnTo>
                    <a:lnTo>
                      <a:pt x="442" y="1593"/>
                    </a:lnTo>
                    <a:lnTo>
                      <a:pt x="456" y="1588"/>
                    </a:lnTo>
                    <a:lnTo>
                      <a:pt x="470" y="1586"/>
                    </a:lnTo>
                    <a:lnTo>
                      <a:pt x="484" y="1589"/>
                    </a:lnTo>
                    <a:lnTo>
                      <a:pt x="496" y="1596"/>
                    </a:lnTo>
                    <a:lnTo>
                      <a:pt x="576" y="1660"/>
                    </a:lnTo>
                    <a:lnTo>
                      <a:pt x="731" y="1487"/>
                    </a:lnTo>
                    <a:lnTo>
                      <a:pt x="742" y="1477"/>
                    </a:lnTo>
                    <a:lnTo>
                      <a:pt x="755" y="1473"/>
                    </a:lnTo>
                    <a:lnTo>
                      <a:pt x="769" y="1472"/>
                    </a:lnTo>
                    <a:close/>
                    <a:moveTo>
                      <a:pt x="944" y="1140"/>
                    </a:moveTo>
                    <a:lnTo>
                      <a:pt x="1738" y="1140"/>
                    </a:lnTo>
                    <a:lnTo>
                      <a:pt x="1754" y="1144"/>
                    </a:lnTo>
                    <a:lnTo>
                      <a:pt x="1768" y="1150"/>
                    </a:lnTo>
                    <a:lnTo>
                      <a:pt x="1778" y="1162"/>
                    </a:lnTo>
                    <a:lnTo>
                      <a:pt x="1786" y="1175"/>
                    </a:lnTo>
                    <a:lnTo>
                      <a:pt x="1788" y="1190"/>
                    </a:lnTo>
                    <a:lnTo>
                      <a:pt x="1788" y="1240"/>
                    </a:lnTo>
                    <a:lnTo>
                      <a:pt x="1786" y="1255"/>
                    </a:lnTo>
                    <a:lnTo>
                      <a:pt x="1778" y="1269"/>
                    </a:lnTo>
                    <a:lnTo>
                      <a:pt x="1768" y="1280"/>
                    </a:lnTo>
                    <a:lnTo>
                      <a:pt x="1754" y="1287"/>
                    </a:lnTo>
                    <a:lnTo>
                      <a:pt x="1738" y="1290"/>
                    </a:lnTo>
                    <a:lnTo>
                      <a:pt x="944" y="1290"/>
                    </a:lnTo>
                    <a:lnTo>
                      <a:pt x="928" y="1287"/>
                    </a:lnTo>
                    <a:lnTo>
                      <a:pt x="914" y="1280"/>
                    </a:lnTo>
                    <a:lnTo>
                      <a:pt x="904" y="1269"/>
                    </a:lnTo>
                    <a:lnTo>
                      <a:pt x="896" y="1255"/>
                    </a:lnTo>
                    <a:lnTo>
                      <a:pt x="894" y="1240"/>
                    </a:lnTo>
                    <a:lnTo>
                      <a:pt x="894" y="1190"/>
                    </a:lnTo>
                    <a:lnTo>
                      <a:pt x="896" y="1175"/>
                    </a:lnTo>
                    <a:lnTo>
                      <a:pt x="904" y="1162"/>
                    </a:lnTo>
                    <a:lnTo>
                      <a:pt x="914" y="1150"/>
                    </a:lnTo>
                    <a:lnTo>
                      <a:pt x="928" y="1144"/>
                    </a:lnTo>
                    <a:lnTo>
                      <a:pt x="944" y="1140"/>
                    </a:lnTo>
                    <a:close/>
                    <a:moveTo>
                      <a:pt x="769" y="1030"/>
                    </a:moveTo>
                    <a:lnTo>
                      <a:pt x="783" y="1034"/>
                    </a:lnTo>
                    <a:lnTo>
                      <a:pt x="795" y="1042"/>
                    </a:lnTo>
                    <a:lnTo>
                      <a:pt x="805" y="1053"/>
                    </a:lnTo>
                    <a:lnTo>
                      <a:pt x="810" y="1066"/>
                    </a:lnTo>
                    <a:lnTo>
                      <a:pt x="810" y="1081"/>
                    </a:lnTo>
                    <a:lnTo>
                      <a:pt x="807" y="1094"/>
                    </a:lnTo>
                    <a:lnTo>
                      <a:pt x="800" y="1106"/>
                    </a:lnTo>
                    <a:lnTo>
                      <a:pt x="616" y="1312"/>
                    </a:lnTo>
                    <a:lnTo>
                      <a:pt x="606" y="1320"/>
                    </a:lnTo>
                    <a:lnTo>
                      <a:pt x="594" y="1326"/>
                    </a:lnTo>
                    <a:lnTo>
                      <a:pt x="581" y="1327"/>
                    </a:lnTo>
                    <a:lnTo>
                      <a:pt x="567" y="1325"/>
                    </a:lnTo>
                    <a:lnTo>
                      <a:pt x="553" y="1317"/>
                    </a:lnTo>
                    <a:lnTo>
                      <a:pt x="439" y="1226"/>
                    </a:lnTo>
                    <a:lnTo>
                      <a:pt x="430" y="1215"/>
                    </a:lnTo>
                    <a:lnTo>
                      <a:pt x="423" y="1202"/>
                    </a:lnTo>
                    <a:lnTo>
                      <a:pt x="422" y="1188"/>
                    </a:lnTo>
                    <a:lnTo>
                      <a:pt x="425" y="1174"/>
                    </a:lnTo>
                    <a:lnTo>
                      <a:pt x="432" y="1162"/>
                    </a:lnTo>
                    <a:lnTo>
                      <a:pt x="442" y="1152"/>
                    </a:lnTo>
                    <a:lnTo>
                      <a:pt x="456" y="1146"/>
                    </a:lnTo>
                    <a:lnTo>
                      <a:pt x="470" y="1145"/>
                    </a:lnTo>
                    <a:lnTo>
                      <a:pt x="484" y="1147"/>
                    </a:lnTo>
                    <a:lnTo>
                      <a:pt x="496" y="1154"/>
                    </a:lnTo>
                    <a:lnTo>
                      <a:pt x="576" y="1218"/>
                    </a:lnTo>
                    <a:lnTo>
                      <a:pt x="731" y="1046"/>
                    </a:lnTo>
                    <a:lnTo>
                      <a:pt x="742" y="1036"/>
                    </a:lnTo>
                    <a:lnTo>
                      <a:pt x="755" y="1031"/>
                    </a:lnTo>
                    <a:lnTo>
                      <a:pt x="769" y="1030"/>
                    </a:lnTo>
                    <a:close/>
                    <a:moveTo>
                      <a:pt x="150" y="347"/>
                    </a:moveTo>
                    <a:lnTo>
                      <a:pt x="552" y="347"/>
                    </a:lnTo>
                    <a:lnTo>
                      <a:pt x="548" y="372"/>
                    </a:lnTo>
                    <a:lnTo>
                      <a:pt x="547" y="399"/>
                    </a:lnTo>
                    <a:lnTo>
                      <a:pt x="550" y="439"/>
                    </a:lnTo>
                    <a:lnTo>
                      <a:pt x="559" y="477"/>
                    </a:lnTo>
                    <a:lnTo>
                      <a:pt x="574" y="511"/>
                    </a:lnTo>
                    <a:lnTo>
                      <a:pt x="594" y="544"/>
                    </a:lnTo>
                    <a:lnTo>
                      <a:pt x="618" y="572"/>
                    </a:lnTo>
                    <a:lnTo>
                      <a:pt x="648" y="598"/>
                    </a:lnTo>
                    <a:lnTo>
                      <a:pt x="681" y="618"/>
                    </a:lnTo>
                    <a:lnTo>
                      <a:pt x="715" y="632"/>
                    </a:lnTo>
                    <a:lnTo>
                      <a:pt x="753" y="642"/>
                    </a:lnTo>
                    <a:lnTo>
                      <a:pt x="793" y="645"/>
                    </a:lnTo>
                    <a:lnTo>
                      <a:pt x="1442" y="645"/>
                    </a:lnTo>
                    <a:lnTo>
                      <a:pt x="1482" y="642"/>
                    </a:lnTo>
                    <a:lnTo>
                      <a:pt x="1520" y="632"/>
                    </a:lnTo>
                    <a:lnTo>
                      <a:pt x="1555" y="618"/>
                    </a:lnTo>
                    <a:lnTo>
                      <a:pt x="1588" y="597"/>
                    </a:lnTo>
                    <a:lnTo>
                      <a:pt x="1616" y="572"/>
                    </a:lnTo>
                    <a:lnTo>
                      <a:pt x="1641" y="543"/>
                    </a:lnTo>
                    <a:lnTo>
                      <a:pt x="1661" y="510"/>
                    </a:lnTo>
                    <a:lnTo>
                      <a:pt x="1676" y="475"/>
                    </a:lnTo>
                    <a:lnTo>
                      <a:pt x="1686" y="436"/>
                    </a:lnTo>
                    <a:lnTo>
                      <a:pt x="1689" y="396"/>
                    </a:lnTo>
                    <a:lnTo>
                      <a:pt x="1688" y="371"/>
                    </a:lnTo>
                    <a:lnTo>
                      <a:pt x="1683" y="347"/>
                    </a:lnTo>
                    <a:lnTo>
                      <a:pt x="1987" y="347"/>
                    </a:lnTo>
                    <a:lnTo>
                      <a:pt x="2029" y="349"/>
                    </a:lnTo>
                    <a:lnTo>
                      <a:pt x="2067" y="356"/>
                    </a:lnTo>
                    <a:lnTo>
                      <a:pt x="2101" y="366"/>
                    </a:lnTo>
                    <a:lnTo>
                      <a:pt x="2132" y="379"/>
                    </a:lnTo>
                    <a:lnTo>
                      <a:pt x="2159" y="396"/>
                    </a:lnTo>
                    <a:lnTo>
                      <a:pt x="2182" y="416"/>
                    </a:lnTo>
                    <a:lnTo>
                      <a:pt x="2201" y="438"/>
                    </a:lnTo>
                    <a:lnTo>
                      <a:pt x="2215" y="462"/>
                    </a:lnTo>
                    <a:lnTo>
                      <a:pt x="2226" y="488"/>
                    </a:lnTo>
                    <a:lnTo>
                      <a:pt x="2233" y="517"/>
                    </a:lnTo>
                    <a:lnTo>
                      <a:pt x="2235" y="546"/>
                    </a:lnTo>
                    <a:lnTo>
                      <a:pt x="2235" y="2036"/>
                    </a:lnTo>
                    <a:lnTo>
                      <a:pt x="2210" y="2035"/>
                    </a:lnTo>
                    <a:lnTo>
                      <a:pt x="2186" y="2034"/>
                    </a:lnTo>
                    <a:lnTo>
                      <a:pt x="2118" y="2037"/>
                    </a:lnTo>
                    <a:lnTo>
                      <a:pt x="2051" y="2045"/>
                    </a:lnTo>
                    <a:lnTo>
                      <a:pt x="1987" y="2060"/>
                    </a:lnTo>
                    <a:lnTo>
                      <a:pt x="1987" y="893"/>
                    </a:lnTo>
                    <a:lnTo>
                      <a:pt x="249" y="893"/>
                    </a:lnTo>
                    <a:lnTo>
                      <a:pt x="249" y="2876"/>
                    </a:lnTo>
                    <a:lnTo>
                      <a:pt x="1394" y="2876"/>
                    </a:lnTo>
                    <a:lnTo>
                      <a:pt x="1400" y="2942"/>
                    </a:lnTo>
                    <a:lnTo>
                      <a:pt x="1412" y="3005"/>
                    </a:lnTo>
                    <a:lnTo>
                      <a:pt x="1429" y="3066"/>
                    </a:lnTo>
                    <a:lnTo>
                      <a:pt x="1450" y="3125"/>
                    </a:lnTo>
                    <a:lnTo>
                      <a:pt x="199" y="3125"/>
                    </a:lnTo>
                    <a:lnTo>
                      <a:pt x="163" y="3122"/>
                    </a:lnTo>
                    <a:lnTo>
                      <a:pt x="130" y="3112"/>
                    </a:lnTo>
                    <a:lnTo>
                      <a:pt x="99" y="3097"/>
                    </a:lnTo>
                    <a:lnTo>
                      <a:pt x="71" y="3079"/>
                    </a:lnTo>
                    <a:lnTo>
                      <a:pt x="47" y="3054"/>
                    </a:lnTo>
                    <a:lnTo>
                      <a:pt x="27" y="3027"/>
                    </a:lnTo>
                    <a:lnTo>
                      <a:pt x="13" y="2995"/>
                    </a:lnTo>
                    <a:lnTo>
                      <a:pt x="3" y="2962"/>
                    </a:lnTo>
                    <a:lnTo>
                      <a:pt x="0" y="2926"/>
                    </a:lnTo>
                    <a:lnTo>
                      <a:pt x="0" y="546"/>
                    </a:lnTo>
                    <a:lnTo>
                      <a:pt x="3" y="513"/>
                    </a:lnTo>
                    <a:lnTo>
                      <a:pt x="9" y="483"/>
                    </a:lnTo>
                    <a:lnTo>
                      <a:pt x="21" y="455"/>
                    </a:lnTo>
                    <a:lnTo>
                      <a:pt x="36" y="428"/>
                    </a:lnTo>
                    <a:lnTo>
                      <a:pt x="53" y="405"/>
                    </a:lnTo>
                    <a:lnTo>
                      <a:pt x="71" y="385"/>
                    </a:lnTo>
                    <a:lnTo>
                      <a:pt x="91" y="369"/>
                    </a:lnTo>
                    <a:lnTo>
                      <a:pt x="111" y="358"/>
                    </a:lnTo>
                    <a:lnTo>
                      <a:pt x="131" y="349"/>
                    </a:lnTo>
                    <a:lnTo>
                      <a:pt x="150" y="347"/>
                    </a:lnTo>
                    <a:close/>
                    <a:moveTo>
                      <a:pt x="1118" y="99"/>
                    </a:moveTo>
                    <a:lnTo>
                      <a:pt x="1098" y="102"/>
                    </a:lnTo>
                    <a:lnTo>
                      <a:pt x="1080" y="109"/>
                    </a:lnTo>
                    <a:lnTo>
                      <a:pt x="1065" y="121"/>
                    </a:lnTo>
                    <a:lnTo>
                      <a:pt x="1053" y="136"/>
                    </a:lnTo>
                    <a:lnTo>
                      <a:pt x="1046" y="154"/>
                    </a:lnTo>
                    <a:lnTo>
                      <a:pt x="1043" y="174"/>
                    </a:lnTo>
                    <a:lnTo>
                      <a:pt x="1046" y="194"/>
                    </a:lnTo>
                    <a:lnTo>
                      <a:pt x="1053" y="211"/>
                    </a:lnTo>
                    <a:lnTo>
                      <a:pt x="1065" y="226"/>
                    </a:lnTo>
                    <a:lnTo>
                      <a:pt x="1080" y="238"/>
                    </a:lnTo>
                    <a:lnTo>
                      <a:pt x="1098" y="245"/>
                    </a:lnTo>
                    <a:lnTo>
                      <a:pt x="1118" y="248"/>
                    </a:lnTo>
                    <a:lnTo>
                      <a:pt x="1138" y="245"/>
                    </a:lnTo>
                    <a:lnTo>
                      <a:pt x="1156" y="238"/>
                    </a:lnTo>
                    <a:lnTo>
                      <a:pt x="1170" y="226"/>
                    </a:lnTo>
                    <a:lnTo>
                      <a:pt x="1182" y="211"/>
                    </a:lnTo>
                    <a:lnTo>
                      <a:pt x="1189" y="194"/>
                    </a:lnTo>
                    <a:lnTo>
                      <a:pt x="1193" y="174"/>
                    </a:lnTo>
                    <a:lnTo>
                      <a:pt x="1189" y="154"/>
                    </a:lnTo>
                    <a:lnTo>
                      <a:pt x="1182" y="136"/>
                    </a:lnTo>
                    <a:lnTo>
                      <a:pt x="1170" y="121"/>
                    </a:lnTo>
                    <a:lnTo>
                      <a:pt x="1156" y="109"/>
                    </a:lnTo>
                    <a:lnTo>
                      <a:pt x="1138" y="102"/>
                    </a:lnTo>
                    <a:lnTo>
                      <a:pt x="1118" y="99"/>
                    </a:lnTo>
                    <a:close/>
                    <a:moveTo>
                      <a:pt x="1116" y="0"/>
                    </a:moveTo>
                    <a:lnTo>
                      <a:pt x="1120" y="0"/>
                    </a:lnTo>
                    <a:lnTo>
                      <a:pt x="1150" y="3"/>
                    </a:lnTo>
                    <a:lnTo>
                      <a:pt x="1180" y="11"/>
                    </a:lnTo>
                    <a:lnTo>
                      <a:pt x="1206" y="23"/>
                    </a:lnTo>
                    <a:lnTo>
                      <a:pt x="1230" y="40"/>
                    </a:lnTo>
                    <a:lnTo>
                      <a:pt x="1252" y="61"/>
                    </a:lnTo>
                    <a:lnTo>
                      <a:pt x="1268" y="85"/>
                    </a:lnTo>
                    <a:lnTo>
                      <a:pt x="1281" y="112"/>
                    </a:lnTo>
                    <a:lnTo>
                      <a:pt x="1288" y="141"/>
                    </a:lnTo>
                    <a:lnTo>
                      <a:pt x="1292" y="171"/>
                    </a:lnTo>
                    <a:lnTo>
                      <a:pt x="1292" y="174"/>
                    </a:lnTo>
                    <a:lnTo>
                      <a:pt x="1294" y="194"/>
                    </a:lnTo>
                    <a:lnTo>
                      <a:pt x="1302" y="211"/>
                    </a:lnTo>
                    <a:lnTo>
                      <a:pt x="1314" y="226"/>
                    </a:lnTo>
                    <a:lnTo>
                      <a:pt x="1328" y="238"/>
                    </a:lnTo>
                    <a:lnTo>
                      <a:pt x="1345" y="245"/>
                    </a:lnTo>
                    <a:lnTo>
                      <a:pt x="1365" y="248"/>
                    </a:lnTo>
                    <a:lnTo>
                      <a:pt x="1442" y="248"/>
                    </a:lnTo>
                    <a:lnTo>
                      <a:pt x="1472" y="251"/>
                    </a:lnTo>
                    <a:lnTo>
                      <a:pt x="1499" y="260"/>
                    </a:lnTo>
                    <a:lnTo>
                      <a:pt x="1524" y="274"/>
                    </a:lnTo>
                    <a:lnTo>
                      <a:pt x="1547" y="291"/>
                    </a:lnTo>
                    <a:lnTo>
                      <a:pt x="1564" y="312"/>
                    </a:lnTo>
                    <a:lnTo>
                      <a:pt x="1578" y="338"/>
                    </a:lnTo>
                    <a:lnTo>
                      <a:pt x="1587" y="366"/>
                    </a:lnTo>
                    <a:lnTo>
                      <a:pt x="1590" y="396"/>
                    </a:lnTo>
                    <a:lnTo>
                      <a:pt x="1590" y="399"/>
                    </a:lnTo>
                    <a:lnTo>
                      <a:pt x="1587" y="428"/>
                    </a:lnTo>
                    <a:lnTo>
                      <a:pt x="1578" y="456"/>
                    </a:lnTo>
                    <a:lnTo>
                      <a:pt x="1564" y="481"/>
                    </a:lnTo>
                    <a:lnTo>
                      <a:pt x="1547" y="503"/>
                    </a:lnTo>
                    <a:lnTo>
                      <a:pt x="1524" y="521"/>
                    </a:lnTo>
                    <a:lnTo>
                      <a:pt x="1499" y="534"/>
                    </a:lnTo>
                    <a:lnTo>
                      <a:pt x="1472" y="543"/>
                    </a:lnTo>
                    <a:lnTo>
                      <a:pt x="1442" y="546"/>
                    </a:lnTo>
                    <a:lnTo>
                      <a:pt x="793" y="546"/>
                    </a:lnTo>
                    <a:lnTo>
                      <a:pt x="764" y="543"/>
                    </a:lnTo>
                    <a:lnTo>
                      <a:pt x="736" y="534"/>
                    </a:lnTo>
                    <a:lnTo>
                      <a:pt x="711" y="521"/>
                    </a:lnTo>
                    <a:lnTo>
                      <a:pt x="689" y="503"/>
                    </a:lnTo>
                    <a:lnTo>
                      <a:pt x="671" y="481"/>
                    </a:lnTo>
                    <a:lnTo>
                      <a:pt x="657" y="456"/>
                    </a:lnTo>
                    <a:lnTo>
                      <a:pt x="649" y="428"/>
                    </a:lnTo>
                    <a:lnTo>
                      <a:pt x="646" y="399"/>
                    </a:lnTo>
                    <a:lnTo>
                      <a:pt x="646" y="396"/>
                    </a:lnTo>
                    <a:lnTo>
                      <a:pt x="649" y="366"/>
                    </a:lnTo>
                    <a:lnTo>
                      <a:pt x="657" y="338"/>
                    </a:lnTo>
                    <a:lnTo>
                      <a:pt x="671" y="312"/>
                    </a:lnTo>
                    <a:lnTo>
                      <a:pt x="689" y="291"/>
                    </a:lnTo>
                    <a:lnTo>
                      <a:pt x="711" y="274"/>
                    </a:lnTo>
                    <a:lnTo>
                      <a:pt x="736" y="260"/>
                    </a:lnTo>
                    <a:lnTo>
                      <a:pt x="764" y="251"/>
                    </a:lnTo>
                    <a:lnTo>
                      <a:pt x="793" y="248"/>
                    </a:lnTo>
                    <a:lnTo>
                      <a:pt x="870" y="248"/>
                    </a:lnTo>
                    <a:lnTo>
                      <a:pt x="889" y="245"/>
                    </a:lnTo>
                    <a:lnTo>
                      <a:pt x="907" y="238"/>
                    </a:lnTo>
                    <a:lnTo>
                      <a:pt x="922" y="226"/>
                    </a:lnTo>
                    <a:lnTo>
                      <a:pt x="933" y="211"/>
                    </a:lnTo>
                    <a:lnTo>
                      <a:pt x="941" y="194"/>
                    </a:lnTo>
                    <a:lnTo>
                      <a:pt x="944" y="174"/>
                    </a:lnTo>
                    <a:lnTo>
                      <a:pt x="944" y="171"/>
                    </a:lnTo>
                    <a:lnTo>
                      <a:pt x="947" y="141"/>
                    </a:lnTo>
                    <a:lnTo>
                      <a:pt x="954" y="112"/>
                    </a:lnTo>
                    <a:lnTo>
                      <a:pt x="967" y="85"/>
                    </a:lnTo>
                    <a:lnTo>
                      <a:pt x="984" y="61"/>
                    </a:lnTo>
                    <a:lnTo>
                      <a:pt x="1005" y="40"/>
                    </a:lnTo>
                    <a:lnTo>
                      <a:pt x="1029" y="23"/>
                    </a:lnTo>
                    <a:lnTo>
                      <a:pt x="1056" y="11"/>
                    </a:lnTo>
                    <a:lnTo>
                      <a:pt x="1085" y="3"/>
                    </a:lnTo>
                    <a:lnTo>
                      <a:pt x="1116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62" name="직사각형 61"/>
            <p:cNvSpPr/>
            <p:nvPr/>
          </p:nvSpPr>
          <p:spPr>
            <a:xfrm>
              <a:off x="1480667" y="5370547"/>
              <a:ext cx="915635" cy="507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pc="-150" dirty="0"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교육안내</a:t>
              </a:r>
              <a:endParaRPr lang="en-US" altLang="ko-KR" spc="-150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452" name="직사각형 451"/>
          <p:cNvSpPr/>
          <p:nvPr/>
        </p:nvSpPr>
        <p:spPr>
          <a:xfrm>
            <a:off x="2639871" y="4749318"/>
            <a:ext cx="3908442" cy="134338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교육일정 </a:t>
            </a:r>
            <a:r>
              <a:rPr lang="ko-KR" altLang="en-US" sz="1400" b="1" dirty="0">
                <a:solidFill>
                  <a:srgbClr val="3F3C57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rPr>
              <a:t>┃ </a:t>
            </a:r>
            <a:r>
              <a:rPr lang="ko-KR" altLang="en-US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교육시간 </a:t>
            </a:r>
            <a:r>
              <a:rPr lang="ko-KR" altLang="en-US" sz="1400" b="1" dirty="0">
                <a:solidFill>
                  <a:srgbClr val="3F3C57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rPr>
              <a:t>┃ </a:t>
            </a:r>
            <a:r>
              <a:rPr lang="en-US" altLang="ko-KR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3DAYS</a:t>
            </a:r>
            <a:r>
              <a:rPr lang="ko-KR" altLang="en-US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21HR</a:t>
            </a:r>
            <a:r>
              <a:rPr lang="ko-KR" altLang="en-US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</a:t>
            </a:r>
            <a:endParaRPr lang="en-US" altLang="ko-KR" sz="1400" dirty="0">
              <a:solidFill>
                <a:srgbClr val="3F3C57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접수시간 </a:t>
            </a:r>
            <a:r>
              <a:rPr lang="ko-KR" altLang="en-US" sz="1400" b="1" dirty="0">
                <a:solidFill>
                  <a:srgbClr val="3F3C57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rPr>
              <a:t>┃</a:t>
            </a:r>
            <a:r>
              <a:rPr lang="ko-KR" altLang="en-US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09:40 – 10:00 (</a:t>
            </a:r>
            <a:r>
              <a:rPr lang="ko-KR" altLang="en-US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강의장 내 접수</a:t>
            </a:r>
            <a:r>
              <a:rPr lang="en-US" altLang="ko-KR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r>
              <a:rPr lang="ko-KR" altLang="en-US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en-US" altLang="ko-KR" sz="1400" dirty="0">
              <a:solidFill>
                <a:srgbClr val="3F3C57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교육장소 </a:t>
            </a:r>
            <a:r>
              <a:rPr lang="ko-KR" altLang="en-US" sz="1400" b="1" dirty="0">
                <a:solidFill>
                  <a:srgbClr val="3F3C57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rPr>
              <a:t>┃</a:t>
            </a:r>
            <a:endParaRPr lang="en-US" altLang="ko-KR" sz="1400" dirty="0">
              <a:solidFill>
                <a:srgbClr val="3F3C57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교육문의 </a:t>
            </a:r>
            <a:r>
              <a:rPr lang="ko-KR" altLang="en-US" sz="1400" b="1" dirty="0">
                <a:solidFill>
                  <a:srgbClr val="3F3C57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rPr>
              <a:t>┃</a:t>
            </a:r>
            <a:endParaRPr lang="en-US" altLang="ko-KR" sz="1400" dirty="0">
              <a:solidFill>
                <a:srgbClr val="3F3C57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1081792" y="6966331"/>
            <a:ext cx="915636" cy="1023629"/>
            <a:chOff x="1661883" y="7711500"/>
            <a:chExt cx="915636" cy="1023629"/>
          </a:xfrm>
        </p:grpSpPr>
        <p:grpSp>
          <p:nvGrpSpPr>
            <p:cNvPr id="37" name="그룹 36"/>
            <p:cNvGrpSpPr/>
            <p:nvPr/>
          </p:nvGrpSpPr>
          <p:grpSpPr>
            <a:xfrm>
              <a:off x="1856302" y="7711500"/>
              <a:ext cx="540000" cy="540000"/>
              <a:chOff x="6306975" y="2436553"/>
              <a:chExt cx="865635" cy="865635"/>
            </a:xfrm>
          </p:grpSpPr>
          <p:sp>
            <p:nvSpPr>
              <p:cNvPr id="38" name="타원 37"/>
              <p:cNvSpPr/>
              <p:nvPr/>
            </p:nvSpPr>
            <p:spPr>
              <a:xfrm>
                <a:off x="6306975" y="2436553"/>
                <a:ext cx="865635" cy="865635"/>
              </a:xfrm>
              <a:prstGeom prst="ellipse">
                <a:avLst/>
              </a:prstGeom>
              <a:solidFill>
                <a:srgbClr val="33304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39" name="Group 28"/>
              <p:cNvGrpSpPr>
                <a:grpSpLocks noChangeAspect="1"/>
              </p:cNvGrpSpPr>
              <p:nvPr/>
            </p:nvGrpSpPr>
            <p:grpSpPr bwMode="auto">
              <a:xfrm>
                <a:off x="6515561" y="2673124"/>
                <a:ext cx="448462" cy="392491"/>
                <a:chOff x="496" y="4251"/>
                <a:chExt cx="641" cy="561"/>
              </a:xfrm>
              <a:solidFill>
                <a:schemeClr val="bg1"/>
              </a:solidFill>
            </p:grpSpPr>
            <p:sp>
              <p:nvSpPr>
                <p:cNvPr id="40" name="Freeform 30"/>
                <p:cNvSpPr>
                  <a:spLocks/>
                </p:cNvSpPr>
                <p:nvPr/>
              </p:nvSpPr>
              <p:spPr bwMode="auto">
                <a:xfrm>
                  <a:off x="709" y="4720"/>
                  <a:ext cx="88" cy="92"/>
                </a:xfrm>
                <a:custGeom>
                  <a:avLst/>
                  <a:gdLst>
                    <a:gd name="T0" fmla="*/ 0 w 526"/>
                    <a:gd name="T1" fmla="*/ 0 h 553"/>
                    <a:gd name="T2" fmla="*/ 526 w 526"/>
                    <a:gd name="T3" fmla="*/ 250 h 553"/>
                    <a:gd name="T4" fmla="*/ 97 w 526"/>
                    <a:gd name="T5" fmla="*/ 542 h 553"/>
                    <a:gd name="T6" fmla="*/ 81 w 526"/>
                    <a:gd name="T7" fmla="*/ 549 h 553"/>
                    <a:gd name="T8" fmla="*/ 65 w 526"/>
                    <a:gd name="T9" fmla="*/ 553 h 553"/>
                    <a:gd name="T10" fmla="*/ 49 w 526"/>
                    <a:gd name="T11" fmla="*/ 552 h 553"/>
                    <a:gd name="T12" fmla="*/ 34 w 526"/>
                    <a:gd name="T13" fmla="*/ 546 h 553"/>
                    <a:gd name="T14" fmla="*/ 20 w 526"/>
                    <a:gd name="T15" fmla="*/ 535 h 553"/>
                    <a:gd name="T16" fmla="*/ 9 w 526"/>
                    <a:gd name="T17" fmla="*/ 522 h 553"/>
                    <a:gd name="T18" fmla="*/ 2 w 526"/>
                    <a:gd name="T19" fmla="*/ 507 h 553"/>
                    <a:gd name="T20" fmla="*/ 0 w 526"/>
                    <a:gd name="T21" fmla="*/ 490 h 553"/>
                    <a:gd name="T22" fmla="*/ 0 w 526"/>
                    <a:gd name="T23" fmla="*/ 0 h 5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26" h="553">
                      <a:moveTo>
                        <a:pt x="0" y="0"/>
                      </a:moveTo>
                      <a:lnTo>
                        <a:pt x="526" y="250"/>
                      </a:lnTo>
                      <a:lnTo>
                        <a:pt x="97" y="542"/>
                      </a:lnTo>
                      <a:lnTo>
                        <a:pt x="81" y="549"/>
                      </a:lnTo>
                      <a:lnTo>
                        <a:pt x="65" y="553"/>
                      </a:lnTo>
                      <a:lnTo>
                        <a:pt x="49" y="552"/>
                      </a:lnTo>
                      <a:lnTo>
                        <a:pt x="34" y="546"/>
                      </a:lnTo>
                      <a:lnTo>
                        <a:pt x="20" y="535"/>
                      </a:lnTo>
                      <a:lnTo>
                        <a:pt x="9" y="522"/>
                      </a:lnTo>
                      <a:lnTo>
                        <a:pt x="2" y="507"/>
                      </a:lnTo>
                      <a:lnTo>
                        <a:pt x="0" y="4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1" name="Freeform 31"/>
                <p:cNvSpPr>
                  <a:spLocks/>
                </p:cNvSpPr>
                <p:nvPr/>
              </p:nvSpPr>
              <p:spPr bwMode="auto">
                <a:xfrm>
                  <a:off x="496" y="4251"/>
                  <a:ext cx="641" cy="530"/>
                </a:xfrm>
                <a:custGeom>
                  <a:avLst/>
                  <a:gdLst>
                    <a:gd name="T0" fmla="*/ 3785 w 3847"/>
                    <a:gd name="T1" fmla="*/ 0 h 3180"/>
                    <a:gd name="T2" fmla="*/ 3800 w 3847"/>
                    <a:gd name="T3" fmla="*/ 2 h 3180"/>
                    <a:gd name="T4" fmla="*/ 3814 w 3847"/>
                    <a:gd name="T5" fmla="*/ 7 h 3180"/>
                    <a:gd name="T6" fmla="*/ 3827 w 3847"/>
                    <a:gd name="T7" fmla="*/ 16 h 3180"/>
                    <a:gd name="T8" fmla="*/ 3839 w 3847"/>
                    <a:gd name="T9" fmla="*/ 31 h 3180"/>
                    <a:gd name="T10" fmla="*/ 3846 w 3847"/>
                    <a:gd name="T11" fmla="*/ 49 h 3180"/>
                    <a:gd name="T12" fmla="*/ 3847 w 3847"/>
                    <a:gd name="T13" fmla="*/ 66 h 3180"/>
                    <a:gd name="T14" fmla="*/ 3842 w 3847"/>
                    <a:gd name="T15" fmla="*/ 85 h 3180"/>
                    <a:gd name="T16" fmla="*/ 2642 w 3847"/>
                    <a:gd name="T17" fmla="*/ 3110 h 3180"/>
                    <a:gd name="T18" fmla="*/ 2631 w 3847"/>
                    <a:gd name="T19" fmla="*/ 3130 h 3180"/>
                    <a:gd name="T20" fmla="*/ 2617 w 3847"/>
                    <a:gd name="T21" fmla="*/ 3147 h 3180"/>
                    <a:gd name="T22" fmla="*/ 2600 w 3847"/>
                    <a:gd name="T23" fmla="*/ 3161 h 3180"/>
                    <a:gd name="T24" fmla="*/ 2579 w 3847"/>
                    <a:gd name="T25" fmla="*/ 3172 h 3180"/>
                    <a:gd name="T26" fmla="*/ 2559 w 3847"/>
                    <a:gd name="T27" fmla="*/ 3178 h 3180"/>
                    <a:gd name="T28" fmla="*/ 2539 w 3847"/>
                    <a:gd name="T29" fmla="*/ 3180 h 3180"/>
                    <a:gd name="T30" fmla="*/ 2514 w 3847"/>
                    <a:gd name="T31" fmla="*/ 3177 h 3180"/>
                    <a:gd name="T32" fmla="*/ 2491 w 3847"/>
                    <a:gd name="T33" fmla="*/ 3168 h 3180"/>
                    <a:gd name="T34" fmla="*/ 1278 w 3847"/>
                    <a:gd name="T35" fmla="*/ 2591 h 3180"/>
                    <a:gd name="T36" fmla="*/ 2984 w 3847"/>
                    <a:gd name="T37" fmla="*/ 878 h 3180"/>
                    <a:gd name="T38" fmla="*/ 1036 w 3847"/>
                    <a:gd name="T39" fmla="*/ 2477 h 3180"/>
                    <a:gd name="T40" fmla="*/ 63 w 3847"/>
                    <a:gd name="T41" fmla="*/ 2014 h 3180"/>
                    <a:gd name="T42" fmla="*/ 42 w 3847"/>
                    <a:gd name="T43" fmla="*/ 2000 h 3180"/>
                    <a:gd name="T44" fmla="*/ 24 w 3847"/>
                    <a:gd name="T45" fmla="*/ 1983 h 3180"/>
                    <a:gd name="T46" fmla="*/ 11 w 3847"/>
                    <a:gd name="T47" fmla="*/ 1963 h 3180"/>
                    <a:gd name="T48" fmla="*/ 3 w 3847"/>
                    <a:gd name="T49" fmla="*/ 1940 h 3180"/>
                    <a:gd name="T50" fmla="*/ 0 w 3847"/>
                    <a:gd name="T51" fmla="*/ 1915 h 3180"/>
                    <a:gd name="T52" fmla="*/ 2 w 3847"/>
                    <a:gd name="T53" fmla="*/ 1891 h 3180"/>
                    <a:gd name="T54" fmla="*/ 10 w 3847"/>
                    <a:gd name="T55" fmla="*/ 1867 h 3180"/>
                    <a:gd name="T56" fmla="*/ 23 w 3847"/>
                    <a:gd name="T57" fmla="*/ 1846 h 3180"/>
                    <a:gd name="T58" fmla="*/ 41 w 3847"/>
                    <a:gd name="T59" fmla="*/ 1829 h 3180"/>
                    <a:gd name="T60" fmla="*/ 62 w 3847"/>
                    <a:gd name="T61" fmla="*/ 1816 h 3180"/>
                    <a:gd name="T62" fmla="*/ 3757 w 3847"/>
                    <a:gd name="T63" fmla="*/ 5 h 3180"/>
                    <a:gd name="T64" fmla="*/ 3771 w 3847"/>
                    <a:gd name="T65" fmla="*/ 1 h 3180"/>
                    <a:gd name="T66" fmla="*/ 3785 w 3847"/>
                    <a:gd name="T67" fmla="*/ 0 h 31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3847" h="3180">
                      <a:moveTo>
                        <a:pt x="3785" y="0"/>
                      </a:moveTo>
                      <a:lnTo>
                        <a:pt x="3800" y="2"/>
                      </a:lnTo>
                      <a:lnTo>
                        <a:pt x="3814" y="7"/>
                      </a:lnTo>
                      <a:lnTo>
                        <a:pt x="3827" y="16"/>
                      </a:lnTo>
                      <a:lnTo>
                        <a:pt x="3839" y="31"/>
                      </a:lnTo>
                      <a:lnTo>
                        <a:pt x="3846" y="49"/>
                      </a:lnTo>
                      <a:lnTo>
                        <a:pt x="3847" y="66"/>
                      </a:lnTo>
                      <a:lnTo>
                        <a:pt x="3842" y="85"/>
                      </a:lnTo>
                      <a:lnTo>
                        <a:pt x="2642" y="3110"/>
                      </a:lnTo>
                      <a:lnTo>
                        <a:pt x="2631" y="3130"/>
                      </a:lnTo>
                      <a:lnTo>
                        <a:pt x="2617" y="3147"/>
                      </a:lnTo>
                      <a:lnTo>
                        <a:pt x="2600" y="3161"/>
                      </a:lnTo>
                      <a:lnTo>
                        <a:pt x="2579" y="3172"/>
                      </a:lnTo>
                      <a:lnTo>
                        <a:pt x="2559" y="3178"/>
                      </a:lnTo>
                      <a:lnTo>
                        <a:pt x="2539" y="3180"/>
                      </a:lnTo>
                      <a:lnTo>
                        <a:pt x="2514" y="3177"/>
                      </a:lnTo>
                      <a:lnTo>
                        <a:pt x="2491" y="3168"/>
                      </a:lnTo>
                      <a:lnTo>
                        <a:pt x="1278" y="2591"/>
                      </a:lnTo>
                      <a:lnTo>
                        <a:pt x="2984" y="878"/>
                      </a:lnTo>
                      <a:lnTo>
                        <a:pt x="1036" y="2477"/>
                      </a:lnTo>
                      <a:lnTo>
                        <a:pt x="63" y="2014"/>
                      </a:lnTo>
                      <a:lnTo>
                        <a:pt x="42" y="2000"/>
                      </a:lnTo>
                      <a:lnTo>
                        <a:pt x="24" y="1983"/>
                      </a:lnTo>
                      <a:lnTo>
                        <a:pt x="11" y="1963"/>
                      </a:lnTo>
                      <a:lnTo>
                        <a:pt x="3" y="1940"/>
                      </a:lnTo>
                      <a:lnTo>
                        <a:pt x="0" y="1915"/>
                      </a:lnTo>
                      <a:lnTo>
                        <a:pt x="2" y="1891"/>
                      </a:lnTo>
                      <a:lnTo>
                        <a:pt x="10" y="1867"/>
                      </a:lnTo>
                      <a:lnTo>
                        <a:pt x="23" y="1846"/>
                      </a:lnTo>
                      <a:lnTo>
                        <a:pt x="41" y="1829"/>
                      </a:lnTo>
                      <a:lnTo>
                        <a:pt x="62" y="1816"/>
                      </a:lnTo>
                      <a:lnTo>
                        <a:pt x="3757" y="5"/>
                      </a:lnTo>
                      <a:lnTo>
                        <a:pt x="3771" y="1"/>
                      </a:lnTo>
                      <a:lnTo>
                        <a:pt x="3785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482" name="직사각형 481"/>
            <p:cNvSpPr/>
            <p:nvPr/>
          </p:nvSpPr>
          <p:spPr>
            <a:xfrm>
              <a:off x="1661883" y="8227298"/>
              <a:ext cx="915636" cy="5078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pc="-150" dirty="0"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교육특전</a:t>
              </a:r>
              <a:endParaRPr lang="en-US" altLang="ko-KR" spc="-150" dirty="0"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126736" y="2250138"/>
            <a:ext cx="2515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“</a:t>
            </a:r>
            <a:r>
              <a:rPr lang="ko-KR" altLang="en-US" sz="1400" dirty="0"/>
              <a:t>대한민국 </a:t>
            </a:r>
            <a:r>
              <a:rPr lang="en-US" altLang="ko-KR" sz="1400" dirty="0"/>
              <a:t>Color</a:t>
            </a:r>
            <a:r>
              <a:rPr lang="ko-KR" altLang="en-US" sz="1400" dirty="0"/>
              <a:t> 강의의 완성</a:t>
            </a:r>
            <a:r>
              <a:rPr lang="en-US" altLang="ko-KR" sz="1400" dirty="0"/>
              <a:t>!”</a:t>
            </a:r>
            <a:endParaRPr lang="ko-KR" altLang="en-US" sz="1400" dirty="0"/>
          </a:p>
        </p:txBody>
      </p:sp>
      <p:cxnSp>
        <p:nvCxnSpPr>
          <p:cNvPr id="99" name="직선 연결선 98"/>
          <p:cNvCxnSpPr/>
          <p:nvPr/>
        </p:nvCxnSpPr>
        <p:spPr>
          <a:xfrm>
            <a:off x="2263155" y="7113909"/>
            <a:ext cx="2695" cy="824246"/>
          </a:xfrm>
          <a:prstGeom prst="line">
            <a:avLst/>
          </a:prstGeom>
          <a:ln w="28575">
            <a:solidFill>
              <a:srgbClr val="5F4B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/>
          <p:cNvSpPr/>
          <p:nvPr/>
        </p:nvSpPr>
        <p:spPr>
          <a:xfrm>
            <a:off x="2471761" y="6973405"/>
            <a:ext cx="4520789" cy="102021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CMK </a:t>
            </a:r>
            <a:r>
              <a:rPr lang="ko-KR" altLang="en-US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이미지코리아 수료증 </a:t>
            </a:r>
            <a:endParaRPr lang="en-US" altLang="ko-KR" sz="1400" dirty="0">
              <a:solidFill>
                <a:srgbClr val="3F3C57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CMK</a:t>
            </a:r>
            <a:r>
              <a:rPr lang="ko-KR" altLang="en-US" sz="1400" dirty="0" err="1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이미지코리아</a:t>
            </a:r>
            <a:r>
              <a:rPr lang="ko-KR" altLang="en-US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퍼스널 컬러 컨설턴트 자격증</a:t>
            </a:r>
            <a:endParaRPr lang="en-US" altLang="ko-KR" sz="1400" dirty="0">
              <a:solidFill>
                <a:srgbClr val="3F3C57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이미지컨설팅 현장실습 </a:t>
            </a:r>
            <a:r>
              <a:rPr lang="en-US" altLang="ko-KR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</a:t>
            </a:r>
            <a:r>
              <a:rPr lang="ko-KR" altLang="en-US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회 제공 </a:t>
            </a:r>
            <a:r>
              <a:rPr lang="en-US" altLang="ko-KR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(feat. </a:t>
            </a:r>
            <a:r>
              <a:rPr lang="ko-KR" altLang="en-US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조미경대표</a:t>
            </a:r>
            <a:r>
              <a:rPr lang="en-US" altLang="ko-KR" sz="1400" dirty="0">
                <a:solidFill>
                  <a:srgbClr val="3F3C5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  <p:pic>
        <p:nvPicPr>
          <p:cNvPr id="5" name="그림 4" descr="텍스트, 문구용품, 책, 종이이(가) 표시된 사진&#10;&#10;자동 생성된 설명">
            <a:extLst>
              <a:ext uri="{FF2B5EF4-FFF2-40B4-BE49-F238E27FC236}">
                <a16:creationId xmlns:a16="http://schemas.microsoft.com/office/drawing/2014/main" id="{0B077289-EA6B-A379-706C-3A8DF3430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651" y="8032606"/>
            <a:ext cx="2497927" cy="187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354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/>
          <p:cNvGrpSpPr/>
          <p:nvPr/>
        </p:nvGrpSpPr>
        <p:grpSpPr>
          <a:xfrm>
            <a:off x="5161110" y="149274"/>
            <a:ext cx="1260000" cy="1260000"/>
            <a:chOff x="330886" y="176325"/>
            <a:chExt cx="1584401" cy="1634988"/>
          </a:xfrm>
        </p:grpSpPr>
        <p:sp>
          <p:nvSpPr>
            <p:cNvPr id="46" name="모서리가 둥근 직사각형 45"/>
            <p:cNvSpPr/>
            <p:nvPr/>
          </p:nvSpPr>
          <p:spPr>
            <a:xfrm rot="5551199">
              <a:off x="312886" y="569313"/>
              <a:ext cx="1260000" cy="1224000"/>
            </a:xfrm>
            <a:prstGeom prst="roundRect">
              <a:avLst/>
            </a:prstGeom>
            <a:gradFill>
              <a:gsLst>
                <a:gs pos="52000">
                  <a:srgbClr val="8D63B2"/>
                </a:gs>
                <a:gs pos="0">
                  <a:srgbClr val="5E4C8A"/>
                </a:gs>
                <a:gs pos="100000">
                  <a:srgbClr val="CC99FF"/>
                </a:gs>
              </a:gsLst>
              <a:lin ang="3000000" scaled="0"/>
            </a:gradFill>
            <a:ln>
              <a:noFill/>
            </a:ln>
            <a:effectLst>
              <a:innerShdw blurRad="203200" dist="1143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 b="1">
                <a:solidFill>
                  <a:schemeClr val="bg2">
                    <a:lumMod val="25000"/>
                  </a:schemeClr>
                </a:solidFill>
                <a:latin typeface="야놀자 야체 B" panose="02020603020101020101" pitchFamily="18" charset="-127"/>
                <a:ea typeface="야놀자 야체 B" panose="02020603020101020101" pitchFamily="18" charset="-127"/>
              </a:endParaRPr>
            </a:p>
          </p:txBody>
        </p:sp>
        <p:sp>
          <p:nvSpPr>
            <p:cNvPr id="47" name="모서리가 둥근 직사각형 46"/>
            <p:cNvSpPr/>
            <p:nvPr/>
          </p:nvSpPr>
          <p:spPr>
            <a:xfrm rot="481066">
              <a:off x="691287" y="176325"/>
              <a:ext cx="1224000" cy="1224000"/>
            </a:xfrm>
            <a:prstGeom prst="roundRect">
              <a:avLst/>
            </a:prstGeom>
            <a:gradFill flip="none" rotWithShape="1">
              <a:gsLst>
                <a:gs pos="52000">
                  <a:srgbClr val="EBEBEB"/>
                </a:gs>
                <a:gs pos="0">
                  <a:srgbClr val="DBDBDB"/>
                </a:gs>
                <a:gs pos="100000">
                  <a:srgbClr val="FFFFFF"/>
                </a:gs>
              </a:gsLst>
              <a:lin ang="3000000" scaled="0"/>
              <a:tileRect/>
            </a:gradFill>
            <a:ln w="34925">
              <a:solidFill>
                <a:srgbClr val="F7F7F7"/>
              </a:solidFill>
            </a:ln>
            <a:effectLst>
              <a:outerShdw blurRad="406400" dist="279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800" b="1" spc="-300" dirty="0">
                  <a:solidFill>
                    <a:schemeClr val="bg2">
                      <a:lumMod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청소년서체" panose="02020603020101020101" pitchFamily="18" charset="-127"/>
                  <a:ea typeface="청소년서체" panose="02020603020101020101" pitchFamily="18" charset="-127"/>
                </a:rPr>
                <a:t>01</a:t>
              </a:r>
              <a:endParaRPr lang="ko-KR" altLang="en-US" sz="4800" b="1" spc="-3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5013436" y="1554484"/>
            <a:ext cx="1402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pc="-150" dirty="0">
                <a:latin typeface="청소년서체" panose="02020603020101020101" pitchFamily="18" charset="-127"/>
                <a:ea typeface="청소년서체" panose="02020603020101020101" pitchFamily="18" charset="-127"/>
              </a:rPr>
              <a:t>교육안내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1351790" y="2346982"/>
            <a:ext cx="5329905" cy="122775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 과정은 퍼스널컬러 컨설턴트 과정으로 컬러기법을 활용하여 패션 </a:t>
            </a:r>
            <a:r>
              <a:rPr lang="ko-KR" altLang="en-US" sz="1200" dirty="0">
                <a:solidFill>
                  <a:schemeClr val="tx1"/>
                </a:solidFill>
                <a:latin typeface="맑은 고딕"/>
                <a:ea typeface="맑은 고딕"/>
              </a:rPr>
              <a:t>∙</a:t>
            </a:r>
            <a:r>
              <a:rPr lang="ko-KR" altLang="en-US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뷰티</a:t>
            </a:r>
            <a:r>
              <a:rPr lang="ko-KR" altLang="en-US" sz="1200" dirty="0">
                <a:solidFill>
                  <a:schemeClr val="tx1"/>
                </a:solidFill>
                <a:latin typeface="맑은 고딕"/>
              </a:rPr>
              <a:t> ∙</a:t>
            </a:r>
            <a:r>
              <a:rPr lang="ko-KR" altLang="en-US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인테리어</a:t>
            </a:r>
            <a:r>
              <a:rPr lang="ko-KR" altLang="en-US" sz="1200" dirty="0">
                <a:solidFill>
                  <a:schemeClr val="tx1"/>
                </a:solidFill>
                <a:latin typeface="맑은 고딕"/>
              </a:rPr>
              <a:t> ∙</a:t>
            </a:r>
            <a:r>
              <a:rPr lang="ko-KR" altLang="en-US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디자인</a:t>
            </a:r>
            <a:r>
              <a:rPr lang="ko-KR" altLang="en-US" sz="1200" dirty="0">
                <a:solidFill>
                  <a:schemeClr val="tx1"/>
                </a:solidFill>
                <a:latin typeface="맑은 고딕"/>
              </a:rPr>
              <a:t> ∙</a:t>
            </a:r>
            <a:r>
              <a:rPr lang="ko-KR" altLang="en-US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사람을 위한 휴먼 컨설팅을 위해 설계되었습니다</a:t>
            </a:r>
            <a:r>
              <a:rPr lang="en-US" altLang="ko-KR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305243" y="2346982"/>
            <a:ext cx="1078095" cy="4075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pc="-150" dirty="0" err="1">
                <a:solidFill>
                  <a:srgbClr val="33304D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교육소개</a:t>
            </a:r>
            <a:endParaRPr lang="ko-KR" altLang="en-US" spc="-150" dirty="0">
              <a:solidFill>
                <a:srgbClr val="33304D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410243" y="2015341"/>
            <a:ext cx="539047" cy="3843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000" dirty="0">
                <a:solidFill>
                  <a:srgbClr val="3330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EB" panose="02020603020101020101" pitchFamily="18" charset="-127"/>
                <a:ea typeface="서울남산체 EB" panose="02020603020101020101" pitchFamily="18" charset="-127"/>
              </a:rPr>
              <a:t>01</a:t>
            </a:r>
            <a:endParaRPr lang="ko-KR" altLang="en-US" sz="2000" dirty="0">
              <a:solidFill>
                <a:srgbClr val="3330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서울남산체 EB" panose="02020603020101020101" pitchFamily="18" charset="-127"/>
              <a:ea typeface="서울남산체 EB" panose="02020603020101020101" pitchFamily="18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1359754" y="3376868"/>
            <a:ext cx="5498246" cy="118782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퍼스널 컬러 컨설팅 실무 강의를 통해 퍼스널컬러 시스템 활용방법을 습득합니다</a:t>
            </a:r>
            <a:r>
              <a:rPr lang="en-US" altLang="ko-KR" sz="11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퍼스널컬러의 사계절유형 색상의 특징을 숙지하고</a:t>
            </a:r>
            <a:r>
              <a:rPr lang="en-US" altLang="ko-KR" sz="11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신체 색상의 유형을 파악하고 분석합니다</a:t>
            </a:r>
            <a:r>
              <a:rPr lang="en-US" altLang="ko-KR" sz="11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퍼스널컬러 진단 </a:t>
            </a:r>
            <a:r>
              <a:rPr lang="en-US" altLang="ko-KR" sz="11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Tool</a:t>
            </a:r>
            <a:r>
              <a:rPr lang="ko-KR" altLang="en-US" sz="11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을 활용한 프로그램 내재화를 시키고</a:t>
            </a:r>
            <a:r>
              <a:rPr lang="en-US" altLang="ko-KR" sz="11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퍼스널컬러 컨설턴트로서의 전문역량을 함양합니다</a:t>
            </a:r>
            <a:r>
              <a:rPr lang="en-US" altLang="ko-KR" sz="11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개개인의 </a:t>
            </a:r>
            <a:r>
              <a:rPr lang="en-US" altLang="ko-KR" sz="11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1:1 </a:t>
            </a:r>
            <a:r>
              <a:rPr lang="ko-KR" altLang="en-US" sz="11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분석을 통한 퍼스널 시스템의 이론과 실습위주의 과정입니다</a:t>
            </a:r>
            <a:r>
              <a:rPr lang="en-US" altLang="ko-KR" sz="11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280334" y="3376868"/>
            <a:ext cx="1078095" cy="4075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pc="-150" dirty="0">
                <a:solidFill>
                  <a:srgbClr val="33304D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교육목표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385334" y="3045227"/>
            <a:ext cx="539047" cy="3843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000" dirty="0">
                <a:solidFill>
                  <a:srgbClr val="3330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EB" panose="02020603020101020101" pitchFamily="18" charset="-127"/>
                <a:ea typeface="서울남산체 EB" panose="02020603020101020101" pitchFamily="18" charset="-127"/>
              </a:rPr>
              <a:t>02</a:t>
            </a:r>
            <a:endParaRPr lang="ko-KR" altLang="en-US" sz="2000" dirty="0">
              <a:solidFill>
                <a:srgbClr val="3330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서울남산체 EB" panose="02020603020101020101" pitchFamily="18" charset="-127"/>
              <a:ea typeface="서울남산체 EB" panose="02020603020101020101" pitchFamily="18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351790" y="4992657"/>
            <a:ext cx="5451440" cy="122775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기업체 사내 강사 및 프리랜서 강사로서의 스킬 향상을 원하는 분</a:t>
            </a:r>
            <a:endParaRPr lang="en-US" altLang="ko-KR" sz="12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의류</a:t>
            </a:r>
            <a:r>
              <a:rPr lang="ko-KR" altLang="en-US" sz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∙소모품 등 </a:t>
            </a:r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패션∙브랜드 업계</a:t>
            </a:r>
            <a:r>
              <a:rPr lang="ko-KR" altLang="en-US" sz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실무자 및 관리자</a:t>
            </a:r>
            <a:endParaRPr lang="en-US" altLang="ko-KR" sz="1200" dirty="0"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뷰티</a:t>
            </a:r>
            <a:r>
              <a:rPr lang="en-US" altLang="ko-KR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∙ 화장품 등의 </a:t>
            </a:r>
            <a:r>
              <a:rPr lang="ko-KR" altLang="en-US" sz="1200" dirty="0" err="1">
                <a:solidFill>
                  <a:schemeClr val="accent6">
                    <a:lumMod val="7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뷰티</a:t>
            </a:r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업계</a:t>
            </a:r>
            <a:r>
              <a:rPr lang="ko-KR" altLang="en-US" sz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실무자 및 관리자</a:t>
            </a:r>
            <a:endParaRPr lang="en-US" altLang="ko-KR" sz="1200" dirty="0"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백화점∙프리미엄 </a:t>
            </a:r>
            <a:r>
              <a:rPr lang="ko-KR" altLang="en-US" sz="1200" dirty="0" err="1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아울렛</a:t>
            </a:r>
            <a:r>
              <a:rPr lang="ko-KR" altLang="en-US" sz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등 </a:t>
            </a:r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유통업 분야 </a:t>
            </a:r>
            <a:r>
              <a:rPr lang="ko-KR" altLang="en-US" sz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실무자 및 관리자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297279" y="4992657"/>
            <a:ext cx="1078095" cy="4075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pc="-150" dirty="0">
                <a:solidFill>
                  <a:srgbClr val="33304D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교육대상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402279" y="4661016"/>
            <a:ext cx="539047" cy="3843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000" dirty="0">
                <a:solidFill>
                  <a:srgbClr val="3330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EB" panose="02020603020101020101" pitchFamily="18" charset="-127"/>
                <a:ea typeface="서울남산체 EB" panose="02020603020101020101" pitchFamily="18" charset="-127"/>
              </a:rPr>
              <a:t>03</a:t>
            </a:r>
            <a:endParaRPr lang="ko-KR" altLang="en-US" sz="2000" dirty="0">
              <a:solidFill>
                <a:srgbClr val="3330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서울남산체 EB" panose="02020603020101020101" pitchFamily="18" charset="-127"/>
              <a:ea typeface="서울남산체 EB" panose="02020603020101020101" pitchFamily="18" charset="-127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305243" y="6491967"/>
            <a:ext cx="991011" cy="4075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pc="-150" dirty="0">
                <a:solidFill>
                  <a:srgbClr val="33304D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교육특징</a:t>
            </a:r>
          </a:p>
        </p:txBody>
      </p:sp>
      <p:cxnSp>
        <p:nvCxnSpPr>
          <p:cNvPr id="62" name="직선 연결선 61"/>
          <p:cNvCxnSpPr/>
          <p:nvPr/>
        </p:nvCxnSpPr>
        <p:spPr>
          <a:xfrm>
            <a:off x="964817" y="2207533"/>
            <a:ext cx="5760000" cy="0"/>
          </a:xfrm>
          <a:prstGeom prst="line">
            <a:avLst/>
          </a:prstGeom>
          <a:ln>
            <a:solidFill>
              <a:srgbClr val="F0E6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>
            <a:off x="939908" y="3237419"/>
            <a:ext cx="5760000" cy="0"/>
          </a:xfrm>
          <a:prstGeom prst="line">
            <a:avLst/>
          </a:prstGeom>
          <a:ln>
            <a:solidFill>
              <a:srgbClr val="F0E6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956853" y="4853208"/>
            <a:ext cx="5760000" cy="0"/>
          </a:xfrm>
          <a:prstGeom prst="line">
            <a:avLst/>
          </a:prstGeom>
          <a:ln>
            <a:solidFill>
              <a:srgbClr val="F0E6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>
            <a:off x="956853" y="6327466"/>
            <a:ext cx="5760000" cy="0"/>
          </a:xfrm>
          <a:prstGeom prst="line">
            <a:avLst/>
          </a:prstGeom>
          <a:ln>
            <a:solidFill>
              <a:srgbClr val="F0E6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타원 68"/>
          <p:cNvSpPr/>
          <p:nvPr/>
        </p:nvSpPr>
        <p:spPr>
          <a:xfrm>
            <a:off x="935785" y="2180533"/>
            <a:ext cx="54000" cy="54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pc="-150" dirty="0">
              <a:solidFill>
                <a:srgbClr val="33304D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910876" y="3210419"/>
            <a:ext cx="54000" cy="54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pc="-150" dirty="0">
              <a:solidFill>
                <a:srgbClr val="33304D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2" name="타원 81"/>
          <p:cNvSpPr/>
          <p:nvPr/>
        </p:nvSpPr>
        <p:spPr>
          <a:xfrm>
            <a:off x="927821" y="4826208"/>
            <a:ext cx="54000" cy="54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pc="-150" dirty="0">
              <a:solidFill>
                <a:srgbClr val="33304D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8" name="타원 87"/>
          <p:cNvSpPr/>
          <p:nvPr/>
        </p:nvSpPr>
        <p:spPr>
          <a:xfrm>
            <a:off x="927821" y="6325518"/>
            <a:ext cx="54000" cy="54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pc="-150" dirty="0">
              <a:solidFill>
                <a:srgbClr val="33304D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402279" y="6160326"/>
            <a:ext cx="539047" cy="3843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000" dirty="0">
                <a:solidFill>
                  <a:srgbClr val="3330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EB" panose="02020603020101020101" pitchFamily="18" charset="-127"/>
                <a:ea typeface="서울남산체 EB" panose="02020603020101020101" pitchFamily="18" charset="-127"/>
              </a:rPr>
              <a:t>04</a:t>
            </a:r>
            <a:endParaRPr lang="ko-KR" altLang="en-US" sz="2000" dirty="0">
              <a:solidFill>
                <a:srgbClr val="3330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서울남산체 EB" panose="02020603020101020101" pitchFamily="18" charset="-127"/>
              <a:ea typeface="서울남산체 EB" panose="02020603020101020101" pitchFamily="18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-16690" y="-9573"/>
            <a:ext cx="6874690" cy="9915570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/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400" dirty="0">
                <a:solidFill>
                  <a:prstClr val="white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bg1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723292" y="362547"/>
            <a:ext cx="180000" cy="180000"/>
            <a:chOff x="723292" y="437703"/>
            <a:chExt cx="180000" cy="180000"/>
          </a:xfrm>
        </p:grpSpPr>
        <p:cxnSp>
          <p:nvCxnSpPr>
            <p:cNvPr id="8" name="직선 연결선 7"/>
            <p:cNvCxnSpPr/>
            <p:nvPr/>
          </p:nvCxnSpPr>
          <p:spPr>
            <a:xfrm>
              <a:off x="723292" y="527702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/>
            <p:cNvCxnSpPr/>
            <p:nvPr/>
          </p:nvCxnSpPr>
          <p:spPr>
            <a:xfrm rot="16200000">
              <a:off x="723292" y="527703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직사각형 3"/>
          <p:cNvSpPr/>
          <p:nvPr/>
        </p:nvSpPr>
        <p:spPr>
          <a:xfrm>
            <a:off x="55310" y="9541175"/>
            <a:ext cx="6800985" cy="3515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w </a:t>
            </a:r>
            <a:r>
              <a:rPr lang="en-US" altLang="ko-KR" sz="1200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w</a:t>
            </a:r>
            <a:r>
              <a:rPr lang="en-US" altLang="ko-KR" sz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 </a:t>
            </a:r>
            <a:r>
              <a:rPr lang="en-US" altLang="ko-KR" sz="1200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w</a:t>
            </a:r>
            <a:r>
              <a:rPr lang="en-US" altLang="ko-KR" sz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 . k p c . o r . k r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altLang="ko-KR" sz="14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2  </a:t>
            </a:r>
            <a:endParaRPr lang="ko-KR" altLang="en-US" sz="14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정부상징 부처명_16040911" panose="02020503020101020101" pitchFamily="18" charset="-127"/>
              <a:ea typeface="정부상징 부처명_16040911" panose="02020503020101020101" pitchFamily="18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343879" y="6528338"/>
            <a:ext cx="5451440" cy="122775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이론과 실습이 병행되는 </a:t>
            </a:r>
            <a:r>
              <a:rPr lang="en-US" altLang="ko-KR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1:1 </a:t>
            </a:r>
            <a:r>
              <a:rPr lang="ko-KR" altLang="en-US" sz="1200" dirty="0" err="1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코칭</a:t>
            </a:r>
            <a:r>
              <a:rPr lang="ko-KR" altLang="en-US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실습 프로그램입니다</a:t>
            </a:r>
            <a:r>
              <a:rPr lang="en-US" altLang="ko-KR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교육 후 </a:t>
            </a:r>
            <a:r>
              <a:rPr lang="ko-KR" altLang="en-US" sz="1200" b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이미지 컨설팅 현장실습 </a:t>
            </a:r>
            <a:r>
              <a:rPr lang="en-US" altLang="ko-KR" sz="1200" b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</a:t>
            </a:r>
            <a:r>
              <a:rPr lang="ko-KR" altLang="en-US" sz="1200" b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회 </a:t>
            </a:r>
            <a:r>
              <a:rPr lang="ko-KR" altLang="en-US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제공</a:t>
            </a:r>
            <a:endParaRPr lang="en-US" altLang="ko-KR" sz="12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628650" lvl="1" indent="-171450" algn="just">
              <a:lnSpc>
                <a:spcPct val="150000"/>
              </a:lnSpc>
              <a:buBlip>
                <a:blip r:embed="rId3"/>
              </a:buBlip>
            </a:pPr>
            <a:r>
              <a:rPr lang="en-US" altLang="ko-KR" sz="1200" dirty="0">
                <a:solidFill>
                  <a:schemeClr val="accent6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CMK </a:t>
            </a:r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이미지 코리아 수료증 </a:t>
            </a:r>
            <a:r>
              <a:rPr lang="ko-KR" altLang="en-US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제공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305243" y="8033786"/>
            <a:ext cx="1078095" cy="4075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pc="-150" dirty="0">
                <a:solidFill>
                  <a:srgbClr val="33304D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기대효과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410243" y="7702145"/>
            <a:ext cx="539047" cy="3843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000" dirty="0">
                <a:solidFill>
                  <a:srgbClr val="3330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EB" panose="02020603020101020101" pitchFamily="18" charset="-127"/>
                <a:ea typeface="서울남산체 EB" panose="02020603020101020101" pitchFamily="18" charset="-127"/>
              </a:rPr>
              <a:t>05</a:t>
            </a:r>
            <a:endParaRPr lang="ko-KR" altLang="en-US" sz="2000" dirty="0">
              <a:solidFill>
                <a:srgbClr val="3330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서울남산체 EB" panose="02020603020101020101" pitchFamily="18" charset="-127"/>
              <a:ea typeface="서울남산체 EB" panose="02020603020101020101" pitchFamily="18" charset="-127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>
            <a:off x="964817" y="7894337"/>
            <a:ext cx="5760000" cy="0"/>
          </a:xfrm>
          <a:prstGeom prst="line">
            <a:avLst/>
          </a:prstGeom>
          <a:ln>
            <a:solidFill>
              <a:srgbClr val="F0E6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타원 43"/>
          <p:cNvSpPr/>
          <p:nvPr/>
        </p:nvSpPr>
        <p:spPr>
          <a:xfrm>
            <a:off x="935785" y="7867337"/>
            <a:ext cx="54000" cy="54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pc="-150" dirty="0">
              <a:solidFill>
                <a:srgbClr val="33304D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1351790" y="7986161"/>
            <a:ext cx="5451440" cy="1227755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퍼스널컬러 컨설턴트로서 갖추어야 할 색에 대한 기본지식과 색의 분류법을 </a:t>
            </a:r>
            <a:r>
              <a:rPr lang="en-US" altLang="ko-KR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학습할 수 있습니다</a:t>
            </a:r>
            <a:r>
              <a:rPr lang="en-US" altLang="ko-KR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사내강사 및 일반 컨설턴트의 차별화된 이미지 교육이 가능합니다</a:t>
            </a:r>
            <a:r>
              <a:rPr lang="en-US" altLang="ko-KR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이미지메이킹</a:t>
            </a:r>
            <a:r>
              <a:rPr lang="ko-KR" altLang="en-US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외 퍼스널컬러 개인 컨설팅이 가능합니다</a:t>
            </a:r>
            <a:r>
              <a:rPr lang="en-US" altLang="ko-KR" sz="12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5798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그룹 48"/>
          <p:cNvGrpSpPr/>
          <p:nvPr/>
        </p:nvGrpSpPr>
        <p:grpSpPr>
          <a:xfrm>
            <a:off x="5161110" y="224430"/>
            <a:ext cx="1260000" cy="1260000"/>
            <a:chOff x="330886" y="176325"/>
            <a:chExt cx="1584401" cy="1634988"/>
          </a:xfrm>
        </p:grpSpPr>
        <p:sp>
          <p:nvSpPr>
            <p:cNvPr id="46" name="모서리가 둥근 직사각형 45"/>
            <p:cNvSpPr/>
            <p:nvPr/>
          </p:nvSpPr>
          <p:spPr>
            <a:xfrm rot="5551199">
              <a:off x="312886" y="569313"/>
              <a:ext cx="1260000" cy="1224000"/>
            </a:xfrm>
            <a:prstGeom prst="roundRect">
              <a:avLst/>
            </a:prstGeom>
            <a:gradFill>
              <a:gsLst>
                <a:gs pos="52000">
                  <a:srgbClr val="8D63B2"/>
                </a:gs>
                <a:gs pos="0">
                  <a:srgbClr val="5E4C8A"/>
                </a:gs>
                <a:gs pos="100000">
                  <a:srgbClr val="CC99FF"/>
                </a:gs>
              </a:gsLst>
              <a:lin ang="3000000" scaled="0"/>
            </a:gradFill>
            <a:ln>
              <a:noFill/>
            </a:ln>
            <a:effectLst>
              <a:innerShdw blurRad="203200" dist="1143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 b="1">
                <a:solidFill>
                  <a:schemeClr val="bg2">
                    <a:lumMod val="25000"/>
                  </a:schemeClr>
                </a:solidFill>
                <a:latin typeface="야놀자 야체 B" panose="02020603020101020101" pitchFamily="18" charset="-127"/>
                <a:ea typeface="야놀자 야체 B" panose="02020603020101020101" pitchFamily="18" charset="-127"/>
              </a:endParaRPr>
            </a:p>
          </p:txBody>
        </p:sp>
        <p:sp>
          <p:nvSpPr>
            <p:cNvPr id="47" name="모서리가 둥근 직사각형 46"/>
            <p:cNvSpPr/>
            <p:nvPr/>
          </p:nvSpPr>
          <p:spPr>
            <a:xfrm rot="481066">
              <a:off x="691287" y="176325"/>
              <a:ext cx="1224000" cy="1224000"/>
            </a:xfrm>
            <a:prstGeom prst="roundRect">
              <a:avLst/>
            </a:prstGeom>
            <a:gradFill flip="none" rotWithShape="1">
              <a:gsLst>
                <a:gs pos="52000">
                  <a:srgbClr val="EBEBEB"/>
                </a:gs>
                <a:gs pos="0">
                  <a:srgbClr val="DBDBDB"/>
                </a:gs>
                <a:gs pos="100000">
                  <a:srgbClr val="FFFFFF"/>
                </a:gs>
              </a:gsLst>
              <a:lin ang="3000000" scaled="0"/>
              <a:tileRect/>
            </a:gradFill>
            <a:ln w="34925">
              <a:solidFill>
                <a:srgbClr val="F7F7F7"/>
              </a:solidFill>
            </a:ln>
            <a:effectLst>
              <a:outerShdw blurRad="406400" dist="279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800" b="1" spc="-300" dirty="0">
                  <a:solidFill>
                    <a:schemeClr val="bg2">
                      <a:lumMod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청소년서체" panose="02020603020101020101" pitchFamily="18" charset="-127"/>
                  <a:ea typeface="청소년서체" panose="02020603020101020101" pitchFamily="18" charset="-127"/>
                </a:rPr>
                <a:t>01</a:t>
              </a:r>
              <a:endParaRPr lang="ko-KR" altLang="en-US" sz="4800" b="1" spc="-3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5013436" y="1629640"/>
            <a:ext cx="1402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pc="-150" dirty="0">
                <a:latin typeface="청소년서체" panose="02020603020101020101" pitchFamily="18" charset="-127"/>
                <a:ea typeface="청소년서체" panose="02020603020101020101" pitchFamily="18" charset="-127"/>
              </a:rPr>
              <a:t>교육안내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280334" y="2691592"/>
            <a:ext cx="1757300" cy="4075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pc="-150" dirty="0">
                <a:solidFill>
                  <a:srgbClr val="33304D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예정 강사진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385334" y="2359951"/>
            <a:ext cx="539047" cy="3843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000" dirty="0">
                <a:solidFill>
                  <a:srgbClr val="33304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서울남산체 EB" panose="02020603020101020101" pitchFamily="18" charset="-127"/>
                <a:ea typeface="서울남산체 EB" panose="02020603020101020101" pitchFamily="18" charset="-127"/>
              </a:rPr>
              <a:t>06</a:t>
            </a:r>
            <a:endParaRPr lang="ko-KR" altLang="en-US" sz="2000" dirty="0">
              <a:solidFill>
                <a:srgbClr val="33304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서울남산체 EB" panose="02020603020101020101" pitchFamily="18" charset="-127"/>
              <a:ea typeface="서울남산체 EB" panose="02020603020101020101" pitchFamily="18" charset="-127"/>
            </a:endParaRPr>
          </a:p>
        </p:txBody>
      </p:sp>
      <p:cxnSp>
        <p:nvCxnSpPr>
          <p:cNvPr id="75" name="직선 연결선 74"/>
          <p:cNvCxnSpPr/>
          <p:nvPr/>
        </p:nvCxnSpPr>
        <p:spPr>
          <a:xfrm>
            <a:off x="939908" y="2552143"/>
            <a:ext cx="5760000" cy="0"/>
          </a:xfrm>
          <a:prstGeom prst="line">
            <a:avLst/>
          </a:prstGeom>
          <a:ln>
            <a:solidFill>
              <a:srgbClr val="F0E6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타원 75"/>
          <p:cNvSpPr/>
          <p:nvPr/>
        </p:nvSpPr>
        <p:spPr>
          <a:xfrm>
            <a:off x="910876" y="2525143"/>
            <a:ext cx="54000" cy="540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pc="-150" dirty="0">
              <a:solidFill>
                <a:srgbClr val="33304D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-16690" y="-9573"/>
            <a:ext cx="6874690" cy="9915570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/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400" dirty="0">
                <a:solidFill>
                  <a:prstClr val="white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bg1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723292" y="437703"/>
            <a:ext cx="180000" cy="180000"/>
            <a:chOff x="723292" y="437703"/>
            <a:chExt cx="180000" cy="180000"/>
          </a:xfrm>
        </p:grpSpPr>
        <p:cxnSp>
          <p:nvCxnSpPr>
            <p:cNvPr id="8" name="직선 연결선 7"/>
            <p:cNvCxnSpPr/>
            <p:nvPr/>
          </p:nvCxnSpPr>
          <p:spPr>
            <a:xfrm>
              <a:off x="723292" y="527702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/>
            <p:cNvCxnSpPr/>
            <p:nvPr/>
          </p:nvCxnSpPr>
          <p:spPr>
            <a:xfrm rot="16200000">
              <a:off x="723292" y="527703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직사각형 3"/>
          <p:cNvSpPr/>
          <p:nvPr/>
        </p:nvSpPr>
        <p:spPr>
          <a:xfrm>
            <a:off x="55310" y="9541175"/>
            <a:ext cx="6800985" cy="3515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w </a:t>
            </a:r>
            <a:r>
              <a:rPr lang="en-US" altLang="ko-KR" sz="1200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w</a:t>
            </a:r>
            <a:r>
              <a:rPr lang="en-US" altLang="ko-KR" sz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 </a:t>
            </a:r>
            <a:r>
              <a:rPr lang="en-US" altLang="ko-KR" sz="1200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w</a:t>
            </a:r>
            <a:r>
              <a:rPr lang="en-US" altLang="ko-KR" sz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 . k p c . o r . k r                                                                                                                                                                                                          3</a:t>
            </a:r>
            <a:r>
              <a:rPr lang="en-US" altLang="ko-KR" sz="14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  </a:t>
            </a:r>
            <a:endParaRPr lang="ko-KR" altLang="en-US" sz="14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정부상징 부처명_16040911" panose="02020503020101020101" pitchFamily="18" charset="-127"/>
              <a:ea typeface="정부상징 부처명_16040911" panose="02020503020101020101" pitchFamily="18" charset="-127"/>
            </a:endParaRPr>
          </a:p>
        </p:txBody>
      </p:sp>
      <p:pic>
        <p:nvPicPr>
          <p:cNvPr id="37" name="Picture 2" descr="C:\Documents and Settings\Administrator\바탕 화면\CMK사진폴더\20140410_대구mbc\IMG_7889 copy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10" t="12069" r="26974" b="19806"/>
          <a:stretch/>
        </p:blipFill>
        <p:spPr bwMode="auto">
          <a:xfrm>
            <a:off x="585371" y="3397483"/>
            <a:ext cx="1130861" cy="15845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모서리가 둥근 직사각형 37"/>
          <p:cNvSpPr/>
          <p:nvPr/>
        </p:nvSpPr>
        <p:spPr>
          <a:xfrm>
            <a:off x="585371" y="5280327"/>
            <a:ext cx="1155700" cy="318329"/>
          </a:xfrm>
          <a:prstGeom prst="roundRect">
            <a:avLst/>
          </a:prstGeom>
          <a:solidFill>
            <a:srgbClr val="CB9F72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조 미 경</a:t>
            </a:r>
            <a:endParaRPr lang="en-US" altLang="ko-KR" sz="1400" dirty="0">
              <a:solidFill>
                <a:schemeClr val="tx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4809" y="5655976"/>
            <a:ext cx="1856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CMK </a:t>
            </a:r>
            <a:r>
              <a:rPr lang="ko-KR" altLang="en-US" sz="12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이미지코리아 대표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626792"/>
              </p:ext>
            </p:extLst>
          </p:nvPr>
        </p:nvGraphicFramePr>
        <p:xfrm>
          <a:off x="958919" y="3847886"/>
          <a:ext cx="7862499" cy="3138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9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2607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KoPub돋움체_Pro Bold" pitchFamily="18" charset="-127"/>
                        <a:ea typeface="KoPub돋움체_Pro Bold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900" baseline="0" dirty="0"/>
                        <a:t>교육학 박사</a:t>
                      </a:r>
                      <a:endParaRPr lang="en-US" altLang="ko-KR" sz="900" baseline="0" dirty="0"/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現</a:t>
                      </a:r>
                      <a:r>
                        <a:rPr lang="en-US" altLang="ko-KR" sz="900" dirty="0"/>
                        <a:t>) </a:t>
                      </a:r>
                      <a:r>
                        <a:rPr lang="en-US" altLang="ko-KR" sz="900" baseline="0" dirty="0"/>
                        <a:t>CMK</a:t>
                      </a:r>
                      <a:r>
                        <a:rPr lang="ko-KR" altLang="en-US" sz="900" baseline="0" dirty="0" err="1"/>
                        <a:t>이미지코리아</a:t>
                      </a:r>
                      <a:r>
                        <a:rPr lang="ko-KR" altLang="en-US" sz="900" baseline="0" dirty="0"/>
                        <a:t> 대표</a:t>
                      </a:r>
                      <a:endParaRPr lang="en-US" altLang="ko-KR" sz="900" baseline="0" dirty="0"/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前</a:t>
                      </a:r>
                      <a:r>
                        <a:rPr lang="en-US" altLang="ko-KR" sz="900" dirty="0"/>
                        <a:t>) </a:t>
                      </a:r>
                      <a:r>
                        <a:rPr lang="en-US" altLang="ko-KR" sz="900" baseline="0" dirty="0"/>
                        <a:t>AICI </a:t>
                      </a:r>
                      <a:r>
                        <a:rPr lang="ko-KR" altLang="en-US" sz="900" baseline="0" dirty="0"/>
                        <a:t>국제 이미지컨설턴트 협회 서울 챕터 회장</a:t>
                      </a:r>
                      <a:endParaRPr lang="en-US" altLang="ko-KR" sz="900" baseline="0" dirty="0"/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SBS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美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뷰티아카데미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대표원장</a:t>
                      </a:r>
                      <a:b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LVMH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 </a:t>
                      </a: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겔랑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실장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㈜ 아모레퍼시픽 태평양 뷰티 아카데미 창설 멤버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en-US" altLang="ko-KR" sz="900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995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KoPub돋움체_Pro Bold" pitchFamily="18" charset="-127"/>
                        <a:ea typeface="KoPub돋움체_Pro Bold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8700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712628" y="1666722"/>
            <a:ext cx="17075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pc="-150" dirty="0" err="1">
                <a:latin typeface="청소년서체" panose="02020603020101020101" pitchFamily="18" charset="-127"/>
                <a:ea typeface="청소년서체" panose="02020603020101020101" pitchFamily="18" charset="-127"/>
              </a:rPr>
              <a:t>교육시간표</a:t>
            </a:r>
            <a:endParaRPr lang="ko-KR" altLang="en-US" sz="2800" spc="-150" dirty="0">
              <a:latin typeface="청소년서체" panose="02020603020101020101" pitchFamily="18" charset="-127"/>
              <a:ea typeface="청소년서체" panose="02020603020101020101" pitchFamily="18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-16690" y="-9573"/>
            <a:ext cx="6874690" cy="9915570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/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400" dirty="0">
                <a:solidFill>
                  <a:prstClr val="white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bg1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2827864" y="339055"/>
            <a:ext cx="180000" cy="180000"/>
            <a:chOff x="723292" y="437703"/>
            <a:chExt cx="180000" cy="18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8" name="직선 연결선 7"/>
            <p:cNvCxnSpPr/>
            <p:nvPr/>
          </p:nvCxnSpPr>
          <p:spPr>
            <a:xfrm>
              <a:off x="723292" y="527702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/>
            <p:cNvCxnSpPr/>
            <p:nvPr/>
          </p:nvCxnSpPr>
          <p:spPr>
            <a:xfrm rot="16200000">
              <a:off x="723292" y="527703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/>
          <p:cNvGrpSpPr/>
          <p:nvPr/>
        </p:nvGrpSpPr>
        <p:grpSpPr>
          <a:xfrm>
            <a:off x="936387" y="252860"/>
            <a:ext cx="1260000" cy="1260000"/>
            <a:chOff x="569087" y="281889"/>
            <a:chExt cx="1504381" cy="1116337"/>
          </a:xfrm>
        </p:grpSpPr>
        <p:sp>
          <p:nvSpPr>
            <p:cNvPr id="57" name="모서리가 둥근 직사각형 56"/>
            <p:cNvSpPr/>
            <p:nvPr/>
          </p:nvSpPr>
          <p:spPr>
            <a:xfrm rot="10406974">
              <a:off x="569087" y="281889"/>
              <a:ext cx="1222421" cy="879171"/>
            </a:xfrm>
            <a:prstGeom prst="roundRect">
              <a:avLst/>
            </a:prstGeom>
            <a:gradFill>
              <a:gsLst>
                <a:gs pos="52000">
                  <a:srgbClr val="8D63B2"/>
                </a:gs>
                <a:gs pos="0">
                  <a:srgbClr val="5E4C8A"/>
                </a:gs>
                <a:gs pos="100000">
                  <a:srgbClr val="CC99FF"/>
                </a:gs>
              </a:gsLst>
              <a:lin ang="3000000" scaled="0"/>
            </a:gradFill>
            <a:ln>
              <a:noFill/>
            </a:ln>
            <a:effectLst>
              <a:innerShdw blurRad="203200" dist="1143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 b="1">
                <a:solidFill>
                  <a:schemeClr val="bg2">
                    <a:lumMod val="25000"/>
                  </a:schemeClr>
                </a:solidFill>
                <a:latin typeface="야놀자 야체 B" panose="02020603020101020101" pitchFamily="18" charset="-127"/>
                <a:ea typeface="야놀자 야체 B" panose="02020603020101020101" pitchFamily="18" charset="-127"/>
              </a:endParaRPr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885973" y="519055"/>
              <a:ext cx="1187495" cy="879171"/>
            </a:xfrm>
            <a:prstGeom prst="roundRect">
              <a:avLst/>
            </a:prstGeom>
            <a:gradFill flip="none" rotWithShape="1">
              <a:gsLst>
                <a:gs pos="52000">
                  <a:srgbClr val="EBEBEB"/>
                </a:gs>
                <a:gs pos="0">
                  <a:srgbClr val="DBDBDB"/>
                </a:gs>
                <a:gs pos="100000">
                  <a:srgbClr val="FFFFFF"/>
                </a:gs>
              </a:gsLst>
              <a:lin ang="3000000" scaled="0"/>
              <a:tileRect/>
            </a:gradFill>
            <a:ln w="34925">
              <a:solidFill>
                <a:srgbClr val="F7F7F7"/>
              </a:solidFill>
            </a:ln>
            <a:effectLst>
              <a:outerShdw blurRad="406400" dist="279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800" b="1" spc="-300" dirty="0">
                  <a:solidFill>
                    <a:schemeClr val="bg2">
                      <a:lumMod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청소년서체" panose="02020603020101020101" pitchFamily="18" charset="-127"/>
                  <a:ea typeface="청소년서체" panose="02020603020101020101" pitchFamily="18" charset="-127"/>
                </a:rPr>
                <a:t>02</a:t>
              </a:r>
              <a:endParaRPr lang="ko-KR" altLang="en-US" sz="4800" b="1" spc="-3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</p:grp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470879"/>
              </p:ext>
            </p:extLst>
          </p:nvPr>
        </p:nvGraphicFramePr>
        <p:xfrm>
          <a:off x="467567" y="2343806"/>
          <a:ext cx="6266608" cy="6886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541">
                  <a:extLst>
                    <a:ext uri="{9D8B030D-6E8A-4147-A177-3AD203B41FA5}">
                      <a16:colId xmlns:a16="http://schemas.microsoft.com/office/drawing/2014/main" val="2839427341"/>
                    </a:ext>
                  </a:extLst>
                </a:gridCol>
                <a:gridCol w="539767">
                  <a:extLst>
                    <a:ext uri="{9D8B030D-6E8A-4147-A177-3AD203B41FA5}">
                      <a16:colId xmlns:a16="http://schemas.microsoft.com/office/drawing/2014/main" val="58516974"/>
                    </a:ext>
                  </a:extLst>
                </a:gridCol>
                <a:gridCol w="1828227">
                  <a:extLst>
                    <a:ext uri="{9D8B030D-6E8A-4147-A177-3AD203B41FA5}">
                      <a16:colId xmlns:a16="http://schemas.microsoft.com/office/drawing/2014/main" val="1406392507"/>
                    </a:ext>
                  </a:extLst>
                </a:gridCol>
                <a:gridCol w="3239073">
                  <a:extLst>
                    <a:ext uri="{9D8B030D-6E8A-4147-A177-3AD203B41FA5}">
                      <a16:colId xmlns:a16="http://schemas.microsoft.com/office/drawing/2014/main" val="3531327233"/>
                    </a:ext>
                  </a:extLst>
                </a:gridCol>
              </a:tblGrid>
              <a:tr h="3498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일차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시간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모듈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세부내용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521137"/>
                  </a:ext>
                </a:extLst>
              </a:tr>
              <a:tr h="440113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</a:t>
                      </a:r>
                      <a:r>
                        <a:rPr lang="ko-KR" altLang="en-US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일차</a:t>
                      </a:r>
                      <a:endParaRPr lang="en-US" altLang="ko-KR" sz="105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latinLnBrk="1"/>
                      <a:endParaRPr lang="en-US" altLang="ko-KR" sz="105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050" b="1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“Color</a:t>
                      </a:r>
                      <a:r>
                        <a:rPr lang="en-US" altLang="ko-KR" sz="1050" b="1" baseline="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System </a:t>
                      </a:r>
                      <a:r>
                        <a:rPr lang="ko-KR" altLang="en-US" sz="1050" b="1" baseline="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익히기</a:t>
                      </a:r>
                      <a:r>
                        <a:rPr lang="en-US" altLang="ko-KR" sz="1050" b="1" baseline="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”</a:t>
                      </a:r>
                      <a:endParaRPr lang="en-US" altLang="ko-KR" sz="1050" b="1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10:00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10:10</a:t>
                      </a:r>
                      <a:endParaRPr lang="ko-KR" altLang="en-US" sz="105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ORIENTATION</a:t>
                      </a:r>
                    </a:p>
                    <a:p>
                      <a:pPr algn="ctr" latinLnBrk="1"/>
                      <a:r>
                        <a:rPr lang="en-US" altLang="ko-KR" sz="1050" b="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  <a:r>
                        <a:rPr lang="en-US" altLang="ko-KR" sz="1050" b="0" baseline="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altLang="en-US" sz="1050" b="0" baseline="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환영 인사 및 과정 소개</a:t>
                      </a:r>
                      <a:endParaRPr lang="ko-KR" altLang="en-US" sz="1050" b="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1" lang="ko-KR" altLang="en-US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469156"/>
                  </a:ext>
                </a:extLst>
              </a:tr>
              <a:tr h="7057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10:10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13:00</a:t>
                      </a:r>
                      <a:endParaRPr lang="ko-KR" altLang="en-US" sz="105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퍼스널컬러의 개념이해</a:t>
                      </a:r>
                      <a:endParaRPr lang="en-US" altLang="ko-KR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색의 분류와 </a:t>
                      </a:r>
                      <a:endParaRPr lang="en-US" altLang="ko-KR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  </a:t>
                      </a:r>
                      <a:r>
                        <a:rPr lang="ko-KR" altLang="en-US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사계절 구분</a:t>
                      </a:r>
                      <a:endParaRPr lang="en-US" altLang="ko-KR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- </a:t>
                      </a:r>
                      <a:r>
                        <a:rPr kumimoji="1" lang="ko-KR" altLang="en-US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퍼스널 </a:t>
                      </a:r>
                      <a:r>
                        <a:rPr lang="ko-KR" altLang="ko-KR" sz="105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컬러 이해 및 사계절 컬러 이론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퍼스널 컬러의 개념이해</a:t>
                      </a:r>
                      <a:endParaRPr kumimoji="1" lang="en-US" altLang="ko-KR" sz="105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퍼스널 컬러의 개념과 활용범위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Yellow base &amp; Blue base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구분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색의 분류와 사계절 구분</a:t>
                      </a:r>
                      <a:endParaRPr kumimoji="1" lang="en-US" altLang="ko-KR" sz="105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-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사계절 색채 스타일에 따른 </a:t>
                      </a:r>
                      <a:r>
                        <a:rPr kumimoji="1" lang="ko-KR" altLang="en-US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컬러분석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과 이해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 -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사계절 퍼스널컬러 유형 </a:t>
                      </a:r>
                      <a:r>
                        <a:rPr kumimoji="1" lang="ko-KR" altLang="en-US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이미지 분석</a:t>
                      </a:r>
                      <a:endParaRPr kumimoji="1" lang="en-US" altLang="ko-KR" sz="105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 -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사계절 퍼스널컬러 유형 </a:t>
                      </a:r>
                      <a:r>
                        <a:rPr kumimoji="1" lang="ko-KR" altLang="en-US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액세서리 소품 분석</a:t>
                      </a:r>
                      <a:endParaRPr kumimoji="1" lang="en-US" altLang="ko-KR" sz="105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55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13:00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14:00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LUNCH</a:t>
                      </a:r>
                      <a:r>
                        <a:rPr lang="en-US" altLang="ko-KR" sz="1100" baseline="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TIME</a:t>
                      </a:r>
                      <a:endParaRPr lang="en-US" altLang="ko-KR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1" lang="ko-KR" altLang="en-US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680402"/>
                  </a:ext>
                </a:extLst>
              </a:tr>
              <a:tr h="8486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14:00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18:00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퍼스널컬러진단</a:t>
                      </a:r>
                      <a:r>
                        <a:rPr lang="ko-KR" altLang="en-US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endParaRPr lang="en-US" altLang="ko-KR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  </a:t>
                      </a:r>
                      <a:r>
                        <a:rPr lang="ko-KR" altLang="en-US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프로세스</a:t>
                      </a:r>
                      <a:endParaRPr lang="en-US" altLang="ko-KR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latinLnBrk="1"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일본 </a:t>
                      </a:r>
                      <a:r>
                        <a:rPr lang="ko-KR" altLang="en-US" sz="1100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컬러칩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1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199 Color</a:t>
                      </a:r>
                      <a:r>
                        <a:rPr lang="ko-KR" altLang="en-US" sz="1100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를 통해 컬러 익히기 </a:t>
                      </a:r>
                      <a:endParaRPr lang="en-US" altLang="ko-KR" sz="1100" b="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just" latinLnBrk="1"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ko-KR" sz="105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퍼스널 컬러진단 분석 실습</a:t>
                      </a:r>
                      <a:endParaRPr lang="en-US" altLang="ko-KR" sz="1100" b="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just" latinLnBrk="1"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ko-KR" sz="105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컬러 </a:t>
                      </a:r>
                      <a:r>
                        <a:rPr lang="ko-KR" altLang="ko-KR" sz="1050" b="1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드레이핑</a:t>
                      </a:r>
                      <a:r>
                        <a:rPr lang="ko-KR" altLang="ko-KR" sz="105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방법 </a:t>
                      </a:r>
                      <a:r>
                        <a:rPr lang="en-US" altLang="ko-KR" sz="105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&amp; </a:t>
                      </a:r>
                      <a:r>
                        <a:rPr lang="ko-KR" altLang="ko-KR" sz="105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분석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계절 개인별 실습 및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 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데모를 통한 퍼스널 컬러 진단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1600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</a:t>
                      </a:r>
                      <a:r>
                        <a:rPr lang="ko-KR" altLang="en-US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일차</a:t>
                      </a:r>
                      <a:endParaRPr lang="en-US" altLang="ko-KR" sz="105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latinLnBrk="1"/>
                      <a:endParaRPr lang="en-US" altLang="ko-KR" sz="105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050" b="1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“Color </a:t>
                      </a:r>
                      <a:r>
                        <a:rPr lang="en-US" altLang="ko-KR" sz="1050" b="1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Coordi</a:t>
                      </a:r>
                      <a:endParaRPr lang="en-US" altLang="ko-KR" sz="1050" b="1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050" b="1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nation”</a:t>
                      </a:r>
                      <a:endParaRPr lang="ko-KR" altLang="en-US" sz="1050" b="1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10:00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13:00</a:t>
                      </a:r>
                      <a:endParaRPr lang="ko-KR" altLang="en-US" sz="105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미학적 심리와 디자인 원칙</a:t>
                      </a:r>
                      <a:endParaRPr lang="en-US" altLang="ko-KR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Body Type Analysis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altLang="en-US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미학적 심리와 디자인 원칙</a:t>
                      </a:r>
                      <a:endParaRPr kumimoji="1" lang="en-US" altLang="ko-KR" sz="105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균형과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조화를 위한 디자인의 구성 요소에 대해 알아보기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Body Type Analysis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신체를 구성하는 항목을 통해 개인의 신체 이미지 파악하기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체형에 따른 디자인의 요소 및 활용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818959"/>
                  </a:ext>
                </a:extLst>
              </a:tr>
              <a:tr h="12896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13:00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14:00</a:t>
                      </a:r>
                      <a:endParaRPr lang="ko-KR" altLang="en-US" sz="105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LUNCH</a:t>
                      </a:r>
                      <a:r>
                        <a:rPr lang="en-US" altLang="ko-KR" sz="1100" baseline="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TIME</a:t>
                      </a:r>
                      <a:endParaRPr lang="en-US" altLang="ko-KR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178753"/>
                  </a:ext>
                </a:extLst>
              </a:tr>
              <a:tr h="792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14:00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18:00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Dressing</a:t>
                      </a:r>
                      <a:r>
                        <a:rPr lang="en-US" altLang="ko-KR" sz="1100" baseline="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Body Types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aseline="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Personal Portfolio </a:t>
                      </a:r>
                    </a:p>
                    <a:p>
                      <a:pPr algn="l" latinLnBrk="1"/>
                      <a:r>
                        <a:rPr lang="en-US" altLang="ko-KR" sz="1100" baseline="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   [</a:t>
                      </a:r>
                      <a:r>
                        <a:rPr lang="ko-KR" altLang="en-US" sz="1100" baseline="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개인별 포트폴리오</a:t>
                      </a:r>
                      <a:r>
                        <a:rPr lang="en-US" altLang="ko-KR" sz="1100" baseline="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]</a:t>
                      </a:r>
                      <a:endParaRPr lang="en-US" altLang="ko-KR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Dressing Body Types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 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신체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요소에 디자인 원칙을 조화롭게 적용하기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Personal Portfolio</a:t>
                      </a:r>
                      <a:r>
                        <a:rPr kumimoji="1" lang="ko-KR" altLang="en-US" sz="105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endParaRPr kumimoji="1" lang="en-US" altLang="ko-KR" sz="105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5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컬러칩과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잡지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인터넷 자료 등을 활용해 개인별 퍼스널 컬러</a:t>
                      </a: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바디타입 포트폴리오 작성하기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55310" y="9541175"/>
            <a:ext cx="6800985" cy="3515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w </a:t>
            </a:r>
            <a:r>
              <a:rPr lang="en-US" altLang="ko-KR" sz="1200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w</a:t>
            </a:r>
            <a:r>
              <a:rPr lang="en-US" altLang="ko-KR" sz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 </a:t>
            </a:r>
            <a:r>
              <a:rPr lang="en-US" altLang="ko-KR" sz="1200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w</a:t>
            </a:r>
            <a:r>
              <a:rPr lang="en-US" altLang="ko-KR" sz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 . k p c . o r . k r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altLang="ko-KR" sz="14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5 </a:t>
            </a:r>
            <a:endParaRPr lang="ko-KR" altLang="en-US" sz="14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정부상징 부처명_16040911" panose="02020503020101020101" pitchFamily="18" charset="-127"/>
              <a:ea typeface="정부상징 부처명_16040911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4834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712628" y="1666722"/>
            <a:ext cx="17075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spc="-150" dirty="0" err="1">
                <a:latin typeface="청소년서체" panose="02020603020101020101" pitchFamily="18" charset="-127"/>
                <a:ea typeface="청소년서체" panose="02020603020101020101" pitchFamily="18" charset="-127"/>
              </a:rPr>
              <a:t>교육시간표</a:t>
            </a:r>
            <a:endParaRPr lang="ko-KR" altLang="en-US" sz="2800" spc="-150" dirty="0">
              <a:latin typeface="청소년서체" panose="02020603020101020101" pitchFamily="18" charset="-127"/>
              <a:ea typeface="청소년서체" panose="02020603020101020101" pitchFamily="18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-16690" y="-9573"/>
            <a:ext cx="6874690" cy="9915570"/>
            <a:chOff x="-16690" y="-9573"/>
            <a:chExt cx="6874690" cy="991557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2" name="직사각형 31"/>
            <p:cNvSpPr/>
            <p:nvPr/>
          </p:nvSpPr>
          <p:spPr>
            <a:xfrm rot="10800000">
              <a:off x="0" y="9449004"/>
              <a:ext cx="6858000" cy="36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 rot="5400000">
              <a:off x="-4764916" y="4927104"/>
              <a:ext cx="9892931" cy="45719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 dirty="0">
                <a:solidFill>
                  <a:schemeClr val="bg1"/>
                </a:solidFill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 rot="16200000">
              <a:off x="-4897691" y="4871428"/>
              <a:ext cx="9906002" cy="144000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400" dirty="0">
                <a:solidFill>
                  <a:prstClr val="white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0" y="9521370"/>
              <a:ext cx="6858000" cy="384627"/>
            </a:xfrm>
            <a:prstGeom prst="rect">
              <a:avLst/>
            </a:prstGeom>
            <a:blipFill>
              <a:blip r:embed="rId2"/>
              <a:srcRect/>
              <a:stretch>
                <a:fillRect l="-27205" t="-90322" r="-9377" b="-8709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chemeClr val="bg1"/>
                </a:solidFill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2827864" y="339055"/>
            <a:ext cx="180000" cy="180000"/>
            <a:chOff x="723292" y="437703"/>
            <a:chExt cx="180000" cy="18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8" name="직선 연결선 7"/>
            <p:cNvCxnSpPr/>
            <p:nvPr/>
          </p:nvCxnSpPr>
          <p:spPr>
            <a:xfrm>
              <a:off x="723292" y="527702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/>
            <p:cNvCxnSpPr/>
            <p:nvPr/>
          </p:nvCxnSpPr>
          <p:spPr>
            <a:xfrm rot="16200000">
              <a:off x="723292" y="527703"/>
              <a:ext cx="180000" cy="0"/>
            </a:xfrm>
            <a:prstGeom prst="line">
              <a:avLst/>
            </a:prstGeom>
            <a:ln w="28575">
              <a:solidFill>
                <a:srgbClr val="3F3C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/>
          <p:cNvGrpSpPr/>
          <p:nvPr/>
        </p:nvGrpSpPr>
        <p:grpSpPr>
          <a:xfrm>
            <a:off x="936387" y="252860"/>
            <a:ext cx="1260000" cy="1260000"/>
            <a:chOff x="569087" y="281889"/>
            <a:chExt cx="1504381" cy="1116337"/>
          </a:xfrm>
        </p:grpSpPr>
        <p:sp>
          <p:nvSpPr>
            <p:cNvPr id="57" name="모서리가 둥근 직사각형 56"/>
            <p:cNvSpPr/>
            <p:nvPr/>
          </p:nvSpPr>
          <p:spPr>
            <a:xfrm rot="10406974">
              <a:off x="569087" y="281889"/>
              <a:ext cx="1222421" cy="879171"/>
            </a:xfrm>
            <a:prstGeom prst="roundRect">
              <a:avLst/>
            </a:prstGeom>
            <a:gradFill>
              <a:gsLst>
                <a:gs pos="52000">
                  <a:srgbClr val="8D63B2"/>
                </a:gs>
                <a:gs pos="0">
                  <a:srgbClr val="5E4C8A"/>
                </a:gs>
                <a:gs pos="100000">
                  <a:srgbClr val="CC99FF"/>
                </a:gs>
              </a:gsLst>
              <a:lin ang="3000000" scaled="0"/>
            </a:gradFill>
            <a:ln>
              <a:noFill/>
            </a:ln>
            <a:effectLst>
              <a:innerShdw blurRad="203200" dist="1143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 b="1">
                <a:solidFill>
                  <a:schemeClr val="bg2">
                    <a:lumMod val="25000"/>
                  </a:schemeClr>
                </a:solidFill>
                <a:latin typeface="야놀자 야체 B" panose="02020603020101020101" pitchFamily="18" charset="-127"/>
                <a:ea typeface="야놀자 야체 B" panose="02020603020101020101" pitchFamily="18" charset="-127"/>
              </a:endParaRPr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885973" y="519055"/>
              <a:ext cx="1187495" cy="879171"/>
            </a:xfrm>
            <a:prstGeom prst="roundRect">
              <a:avLst/>
            </a:prstGeom>
            <a:gradFill flip="none" rotWithShape="1">
              <a:gsLst>
                <a:gs pos="52000">
                  <a:srgbClr val="EBEBEB"/>
                </a:gs>
                <a:gs pos="0">
                  <a:srgbClr val="DBDBDB"/>
                </a:gs>
                <a:gs pos="100000">
                  <a:srgbClr val="FFFFFF"/>
                </a:gs>
              </a:gsLst>
              <a:lin ang="3000000" scaled="0"/>
              <a:tileRect/>
            </a:gradFill>
            <a:ln w="34925">
              <a:solidFill>
                <a:srgbClr val="F7F7F7"/>
              </a:solidFill>
            </a:ln>
            <a:effectLst>
              <a:outerShdw blurRad="406400" dist="279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800" b="1" spc="-300" dirty="0">
                  <a:solidFill>
                    <a:schemeClr val="bg2">
                      <a:lumMod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청소년서체" panose="02020603020101020101" pitchFamily="18" charset="-127"/>
                  <a:ea typeface="청소년서체" panose="02020603020101020101" pitchFamily="18" charset="-127"/>
                </a:rPr>
                <a:t>02</a:t>
              </a:r>
              <a:endParaRPr lang="ko-KR" altLang="en-US" sz="4800" b="1" spc="-3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청소년서체" panose="02020603020101020101" pitchFamily="18" charset="-127"/>
                <a:ea typeface="청소년서체" panose="02020603020101020101" pitchFamily="18" charset="-127"/>
              </a:endParaRPr>
            </a:p>
          </p:txBody>
        </p:sp>
      </p:grp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302065"/>
              </p:ext>
            </p:extLst>
          </p:nvPr>
        </p:nvGraphicFramePr>
        <p:xfrm>
          <a:off x="391366" y="2477156"/>
          <a:ext cx="6466634" cy="3662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593">
                  <a:extLst>
                    <a:ext uri="{9D8B030D-6E8A-4147-A177-3AD203B41FA5}">
                      <a16:colId xmlns:a16="http://schemas.microsoft.com/office/drawing/2014/main" val="2839427341"/>
                    </a:ext>
                  </a:extLst>
                </a:gridCol>
                <a:gridCol w="556995">
                  <a:extLst>
                    <a:ext uri="{9D8B030D-6E8A-4147-A177-3AD203B41FA5}">
                      <a16:colId xmlns:a16="http://schemas.microsoft.com/office/drawing/2014/main" val="58516974"/>
                    </a:ext>
                  </a:extLst>
                </a:gridCol>
                <a:gridCol w="1649415">
                  <a:extLst>
                    <a:ext uri="{9D8B030D-6E8A-4147-A177-3AD203B41FA5}">
                      <a16:colId xmlns:a16="http://schemas.microsoft.com/office/drawing/2014/main" val="1406392507"/>
                    </a:ext>
                  </a:extLst>
                </a:gridCol>
                <a:gridCol w="35796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8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일차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시간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모듈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세부내용</a:t>
                      </a: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521137"/>
                  </a:ext>
                </a:extLst>
              </a:tr>
              <a:tr h="1066548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</a:t>
                      </a:r>
                      <a:r>
                        <a:rPr lang="ko-KR" altLang="en-US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일차</a:t>
                      </a:r>
                      <a:endParaRPr lang="en-US" altLang="ko-KR" sz="105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latinLnBrk="1"/>
                      <a:endParaRPr lang="en-US" altLang="ko-KR" sz="105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050" b="1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“Color</a:t>
                      </a:r>
                      <a:r>
                        <a:rPr lang="en-US" altLang="ko-KR" sz="1050" b="1" baseline="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Image Making”</a:t>
                      </a:r>
                      <a:endParaRPr lang="en-US" altLang="ko-KR" sz="1050" b="1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10:10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13:00</a:t>
                      </a:r>
                      <a:endParaRPr lang="ko-KR" altLang="en-US" sz="105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Personal Color</a:t>
                      </a:r>
                      <a:r>
                        <a:rPr lang="ko-KR" altLang="en-US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를</a:t>
                      </a:r>
                      <a:endParaRPr lang="en-US" altLang="ko-KR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  </a:t>
                      </a:r>
                      <a:r>
                        <a:rPr lang="ko-KR" altLang="en-US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활용한 메이크업</a:t>
                      </a:r>
                      <a:endParaRPr lang="en-US" altLang="ko-KR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콘티 </a:t>
                      </a:r>
                      <a:r>
                        <a:rPr lang="ko-KR" altLang="en-US" sz="11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작성및</a:t>
                      </a:r>
                      <a:r>
                        <a:rPr lang="ko-KR" altLang="en-US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실습 </a:t>
                      </a:r>
                      <a:endParaRPr lang="en-US" altLang="ko-KR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- </a:t>
                      </a:r>
                      <a:r>
                        <a:rPr kumimoji="1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메이크업 콘티를 활용한 </a:t>
                      </a:r>
                      <a:r>
                        <a:rPr kumimoji="1" lang="ko-KR" altLang="en-US" sz="105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실습및</a:t>
                      </a:r>
                      <a:r>
                        <a:rPr kumimoji="1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피드백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0" indent="0" algn="just" latinLnBrk="1">
                        <a:spcAft>
                          <a:spcPts val="0"/>
                        </a:spcAft>
                        <a:buFont typeface="맑은 고딕" panose="020B0503020000020004" pitchFamily="50" charset="-127"/>
                        <a:buNone/>
                      </a:pPr>
                      <a:r>
                        <a:rPr lang="en-US" altLang="ko-KR" sz="105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ko-KR" altLang="ko-KR" sz="105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무결점 피부 표현 테크닉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0" indent="0" algn="just" latinLnBrk="1">
                        <a:spcAft>
                          <a:spcPts val="0"/>
                        </a:spcAft>
                        <a:buFont typeface="맑은 고딕" panose="020B0503020000020004" pitchFamily="50" charset="-127"/>
                        <a:buNone/>
                      </a:pPr>
                      <a:r>
                        <a:rPr lang="en-US" altLang="ko-KR" sz="105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ko-KR" altLang="ko-KR" sz="105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사람의 인상을 결정하는 </a:t>
                      </a:r>
                      <a:r>
                        <a:rPr lang="ko-KR" altLang="ko-KR" sz="1050" b="1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아이브로우</a:t>
                      </a:r>
                      <a:r>
                        <a:rPr lang="ko-KR" altLang="ko-KR" sz="105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 메이크업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0" indent="0" algn="just" latinLnBrk="1">
                        <a:spcAft>
                          <a:spcPts val="0"/>
                        </a:spcAft>
                        <a:buFont typeface="맑은 고딕" panose="020B0503020000020004" pitchFamily="50" charset="-127"/>
                        <a:buNone/>
                      </a:pPr>
                      <a:r>
                        <a:rPr lang="en-US" altLang="ko-KR" sz="105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ko-KR" altLang="ko-KR" sz="105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소통의 기준 </a:t>
                      </a:r>
                      <a:r>
                        <a:rPr lang="en-US" altLang="ko-KR" sz="105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ko-KR" altLang="ko-KR" sz="105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아이 메이크업 요령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lvl="0" indent="0" algn="just" latinLnBrk="1">
                        <a:spcAft>
                          <a:spcPts val="0"/>
                        </a:spcAft>
                        <a:buFont typeface="맑은 고딕" panose="020B0503020000020004" pitchFamily="50" charset="-127"/>
                        <a:buNone/>
                      </a:pPr>
                      <a:r>
                        <a:rPr lang="en-US" altLang="ko-KR" sz="105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ko-KR" altLang="ko-KR" sz="105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건강한 이미지 연출의 마무리 </a:t>
                      </a:r>
                      <a:r>
                        <a:rPr lang="en-US" altLang="ko-KR" sz="105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ko-KR" altLang="ko-KR" sz="105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립 메이크업 요령</a:t>
                      </a:r>
                      <a:endParaRPr lang="ko-KR" altLang="ko-KR" sz="1100" kern="100" dirty="0">
                        <a:effectLst/>
                        <a:latin typeface="맑은 고딕" panose="020B0503020000020004" pitchFamily="50" charset="-127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ko-KR" sz="1050" b="1" dirty="0">
                          <a:effectLst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ko-KR" altLang="ko-KR" sz="1050" b="1" dirty="0">
                          <a:effectLst/>
                          <a:ea typeface="+mn-ea"/>
                          <a:cs typeface="Times New Roman" panose="02020603050405020304" pitchFamily="18" charset="0"/>
                        </a:rPr>
                        <a:t>얼굴형을 수정하고 품위를 더하는 </a:t>
                      </a:r>
                      <a:r>
                        <a:rPr lang="ko-KR" altLang="ko-KR" sz="1050" b="1" dirty="0" err="1">
                          <a:effectLst/>
                          <a:ea typeface="+mn-ea"/>
                          <a:cs typeface="Times New Roman" panose="02020603050405020304" pitchFamily="18" charset="0"/>
                        </a:rPr>
                        <a:t>치크</a:t>
                      </a:r>
                      <a:r>
                        <a:rPr lang="ko-KR" altLang="ko-KR" sz="1050" b="1" dirty="0">
                          <a:effectLst/>
                          <a:ea typeface="+mn-ea"/>
                          <a:cs typeface="Times New Roman" panose="02020603050405020304" pitchFamily="18" charset="0"/>
                        </a:rPr>
                        <a:t> 메이크업</a:t>
                      </a:r>
                      <a:endParaRPr kumimoji="1" lang="en-US" altLang="ko-KR" sz="105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1" lang="en-US" altLang="ko-KR" sz="105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5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13:00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14:00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LUNCH</a:t>
                      </a:r>
                      <a:r>
                        <a:rPr lang="en-US" altLang="ko-KR" sz="1100" baseline="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TIME</a:t>
                      </a:r>
                      <a:endParaRPr lang="en-US" altLang="ko-KR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680402"/>
                  </a:ext>
                </a:extLst>
              </a:tr>
              <a:tr h="123153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14:00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18:00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시그니처</a:t>
                      </a:r>
                      <a:r>
                        <a:rPr lang="ko-KR" altLang="en-US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컬러</a:t>
                      </a:r>
                      <a:endParaRPr lang="en-US" altLang="ko-KR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나만의 대표 컬러 찾기 </a:t>
                      </a:r>
                      <a:endParaRPr lang="en-US" altLang="ko-KR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1" lang="en-US" altLang="ko-KR" sz="105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컬러를 통한 나만의 </a:t>
                      </a:r>
                      <a:r>
                        <a:rPr kumimoji="1" lang="ko-KR" altLang="en-US" sz="105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시그니처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컬러 진행 및 분석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개인의 라이프스타일에 특징적이고 상징적인 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   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부분을  대표 컬러로 선정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  - 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컬러를 적용하여 개인의 이미지와 </a:t>
                      </a:r>
                      <a:r>
                        <a:rPr kumimoji="1" lang="ko-KR" altLang="en-US" sz="105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브랜딩에</a:t>
                      </a:r>
                      <a:r>
                        <a:rPr kumimoji="1" lang="ko-KR" altLang="en-US" sz="10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가치를    더하는 것에 의미를 부여하고 확대</a:t>
                      </a:r>
                      <a:endParaRPr kumimoji="1" lang="en-US" altLang="ko-KR" sz="10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55310" y="9541175"/>
            <a:ext cx="6800985" cy="3515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w </a:t>
            </a:r>
            <a:r>
              <a:rPr lang="en-US" altLang="ko-KR" sz="1200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w</a:t>
            </a:r>
            <a:r>
              <a:rPr lang="en-US" altLang="ko-KR" sz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 </a:t>
            </a:r>
            <a:r>
              <a:rPr lang="en-US" altLang="ko-KR" sz="1200" spc="-15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w</a:t>
            </a:r>
            <a:r>
              <a:rPr lang="en-US" altLang="ko-KR" sz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 . k p c . o r . k r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altLang="ko-KR" sz="14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정부상징 부처명_16040911" panose="02020503020101020101" pitchFamily="18" charset="-127"/>
                <a:ea typeface="정부상징 부처명_16040911" panose="02020503020101020101" pitchFamily="18" charset="-127"/>
              </a:rPr>
              <a:t>6 </a:t>
            </a:r>
            <a:endParaRPr lang="ko-KR" altLang="en-US" sz="1400" spc="-1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정부상징 부처명_16040911" panose="02020503020101020101" pitchFamily="18" charset="-127"/>
              <a:ea typeface="정부상징 부처명_16040911" panose="02020503020101020101" pitchFamily="18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8202" y="5674290"/>
            <a:ext cx="8971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조미경대표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694AA4E-DD41-4258-A53D-322C1E60DF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88" y="6656001"/>
            <a:ext cx="3822843" cy="268081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0DDE170-8558-458B-A128-B19E8255CE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045" y="6317639"/>
            <a:ext cx="2403547" cy="160236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47D0BC9-FCAA-4A84-81C3-1CC60C9AD77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045" y="7733361"/>
            <a:ext cx="2449265" cy="163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217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90000"/>
          </a:schemeClr>
        </a:solidFill>
        <a:ln>
          <a:noFill/>
        </a:ln>
      </a:spPr>
      <a:bodyPr rtlCol="0" anchor="ctr"/>
      <a:lstStyle>
        <a:defPPr algn="ctr">
          <a:defRPr sz="1200">
            <a:solidFill>
              <a:sysClr val="windowText" lastClr="000000"/>
            </a:solidFill>
            <a:latin typeface="KoPub돋움체 Light" panose="02020603020101020101" pitchFamily="18" charset="-127"/>
            <a:ea typeface="KoPub돋움체 Light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1880</TotalTime>
  <Words>669</Words>
  <Application>Microsoft Office PowerPoint</Application>
  <PresentationFormat>A4 용지(210x297mm)</PresentationFormat>
  <Paragraphs>162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7" baseType="lpstr">
      <vt:lpstr>KoPub돋움체 Bold</vt:lpstr>
      <vt:lpstr>KoPub돋움체 Medium</vt:lpstr>
      <vt:lpstr>KoPub돋움체_Pro Bold</vt:lpstr>
      <vt:lpstr>맑은 고딕</vt:lpstr>
      <vt:lpstr>서울남산체 EB</vt:lpstr>
      <vt:lpstr>야놀자 야체 B</vt:lpstr>
      <vt:lpstr>정부상징 부처명_16040911</vt:lpstr>
      <vt:lpstr>청소년서체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미경 조</cp:lastModifiedBy>
  <cp:revision>179</cp:revision>
  <dcterms:created xsi:type="dcterms:W3CDTF">2018-01-05T11:03:25Z</dcterms:created>
  <dcterms:modified xsi:type="dcterms:W3CDTF">2024-07-08T01:59:24Z</dcterms:modified>
</cp:coreProperties>
</file>