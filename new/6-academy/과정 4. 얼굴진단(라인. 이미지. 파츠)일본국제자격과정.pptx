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" r:id="rId2"/>
    <p:sldId id="270" r:id="rId3"/>
    <p:sldId id="276" r:id="rId4"/>
    <p:sldId id="273" r:id="rId5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41" userDrawn="1">
          <p15:clr>
            <a:srgbClr val="A4A3A4"/>
          </p15:clr>
        </p15:guide>
        <p15:guide id="2" pos="13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4B8A"/>
    <a:srgbClr val="BB8AEA"/>
    <a:srgbClr val="33304D"/>
    <a:srgbClr val="F0E6FA"/>
    <a:srgbClr val="E6E6E6"/>
    <a:srgbClr val="F7F7F7"/>
    <a:srgbClr val="9793BB"/>
    <a:srgbClr val="E2CEF6"/>
    <a:srgbClr val="7030A0"/>
    <a:srgbClr val="137F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24" autoAdjust="0"/>
    <p:restoredTop sz="96247" autoAdjust="0"/>
  </p:normalViewPr>
  <p:slideViewPr>
    <p:cSldViewPr snapToGrid="0">
      <p:cViewPr varScale="1">
        <p:scale>
          <a:sx n="112" d="100"/>
          <a:sy n="112" d="100"/>
        </p:scale>
        <p:origin x="4458" y="102"/>
      </p:cViewPr>
      <p:guideLst>
        <p:guide orient="horz" pos="1941"/>
        <p:guide pos="134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미경 조" userId="9c818cba518b6188" providerId="LiveId" clId="{A84E4481-2534-430E-8AB4-6BD7018AAFFB}"/>
    <pc:docChg chg="modSld">
      <pc:chgData name="미경 조" userId="9c818cba518b6188" providerId="LiveId" clId="{A84E4481-2534-430E-8AB4-6BD7018AAFFB}" dt="2024-07-08T01:46:38.528" v="9" actId="20577"/>
      <pc:docMkLst>
        <pc:docMk/>
      </pc:docMkLst>
      <pc:sldChg chg="modSp mod">
        <pc:chgData name="미경 조" userId="9c818cba518b6188" providerId="LiveId" clId="{A84E4481-2534-430E-8AB4-6BD7018AAFFB}" dt="2024-07-08T01:46:38.528" v="9" actId="20577"/>
        <pc:sldMkLst>
          <pc:docMk/>
          <pc:sldMk cId="1093354290" sldId="256"/>
        </pc:sldMkLst>
        <pc:spChg chg="mod">
          <ac:chgData name="미경 조" userId="9c818cba518b6188" providerId="LiveId" clId="{A84E4481-2534-430E-8AB4-6BD7018AAFFB}" dt="2024-07-08T01:46:38.528" v="9" actId="20577"/>
          <ac:spMkLst>
            <pc:docMk/>
            <pc:sldMk cId="1093354290" sldId="256"/>
            <ac:spMk id="45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F2BC5B-A5A2-4742-AD93-73AA51763463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C8ADF3-F304-4CF8-A155-58F868AEBA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1417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C8ADF3-F304-4CF8-A155-58F868AEBA4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7999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B337-C65D-493B-9E25-DB0373697223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131C8-0300-43FE-A63D-CFF50C409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6059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B337-C65D-493B-9E25-DB0373697223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131C8-0300-43FE-A63D-CFF50C409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2416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B337-C65D-493B-9E25-DB0373697223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131C8-0300-43FE-A63D-CFF50C409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8093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B337-C65D-493B-9E25-DB0373697223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131C8-0300-43FE-A63D-CFF50C409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517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B337-C65D-493B-9E25-DB0373697223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131C8-0300-43FE-A63D-CFF50C409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3036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B337-C65D-493B-9E25-DB0373697223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131C8-0300-43FE-A63D-CFF50C409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282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B337-C65D-493B-9E25-DB0373697223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131C8-0300-43FE-A63D-CFF50C409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7623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B337-C65D-493B-9E25-DB0373697223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131C8-0300-43FE-A63D-CFF50C409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0071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B337-C65D-493B-9E25-DB0373697223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131C8-0300-43FE-A63D-CFF50C409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6370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B337-C65D-493B-9E25-DB0373697223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131C8-0300-43FE-A63D-CFF50C409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9251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B337-C65D-493B-9E25-DB0373697223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131C8-0300-43FE-A63D-CFF50C409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672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6E6E6"/>
            </a:gs>
            <a:gs pos="100000">
              <a:srgbClr val="E6E6E6"/>
            </a:gs>
            <a:gs pos="89000">
              <a:schemeClr val="bg1"/>
            </a:gs>
            <a:gs pos="12000">
              <a:schemeClr val="bg1">
                <a:lumMod val="0"/>
                <a:lumOff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7AB337-C65D-493B-9E25-DB0373697223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D131C8-0300-43FE-A63D-CFF50C409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2641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 rot="16200000">
            <a:off x="-4651016" y="4624753"/>
            <a:ext cx="9906002" cy="637351"/>
          </a:xfrm>
          <a:prstGeom prst="rect">
            <a:avLst/>
          </a:prstGeom>
          <a:blipFill>
            <a:blip r:embed="rId3"/>
            <a:srcRect/>
            <a:stretch>
              <a:fillRect l="-27205" t="-90322" r="-9377" b="-87097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prstClr val="white"/>
                </a:solidFill>
                <a:latin typeface="+mn-ea"/>
              </a:rPr>
              <a:t>     CMK IMAGE KOREA CMK</a:t>
            </a:r>
            <a:r>
              <a:rPr lang="ko-KR" altLang="en-US" sz="1400" dirty="0">
                <a:solidFill>
                  <a:prstClr val="white"/>
                </a:solidFill>
                <a:latin typeface="+mn-ea"/>
              </a:rPr>
              <a:t>이미지코리아</a:t>
            </a:r>
            <a:endParaRPr lang="en-US" altLang="ko-KR" sz="1400" dirty="0">
              <a:solidFill>
                <a:prstClr val="white"/>
              </a:solidFill>
              <a:latin typeface="+mn-ea"/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840364" y="2150013"/>
            <a:ext cx="5661270" cy="0"/>
          </a:xfrm>
          <a:prstGeom prst="line">
            <a:avLst/>
          </a:prstGeom>
          <a:ln w="38100">
            <a:solidFill>
              <a:srgbClr val="5E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모서리가 둥근 직사각형 5"/>
          <p:cNvSpPr/>
          <p:nvPr/>
        </p:nvSpPr>
        <p:spPr>
          <a:xfrm>
            <a:off x="476687" y="2281077"/>
            <a:ext cx="6385879" cy="1293001"/>
          </a:xfrm>
          <a:prstGeom prst="roundRect">
            <a:avLst>
              <a:gd name="adj" fmla="val 5484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pPr algn="ctr"/>
            <a:r>
              <a:rPr lang="ko-KR" altLang="en-US" sz="2800" b="1" spc="-300" dirty="0">
                <a:gradFill>
                  <a:gsLst>
                    <a:gs pos="0">
                      <a:srgbClr val="CC99FF"/>
                    </a:gs>
                    <a:gs pos="100000">
                      <a:srgbClr val="5E4C8A"/>
                    </a:gs>
                    <a:gs pos="48000">
                      <a:srgbClr val="8D63B2"/>
                    </a:gs>
                  </a:gsLst>
                  <a:lin ang="13500000" scaled="1"/>
                </a:gradFill>
                <a:latin typeface="+mn-ea"/>
              </a:rPr>
              <a:t>얼굴 진단</a:t>
            </a:r>
            <a:r>
              <a:rPr lang="en-US" altLang="ko-KR" sz="2800" b="1" spc="-300" dirty="0">
                <a:gradFill>
                  <a:gsLst>
                    <a:gs pos="0">
                      <a:srgbClr val="CC99FF"/>
                    </a:gs>
                    <a:gs pos="100000">
                      <a:srgbClr val="5E4C8A"/>
                    </a:gs>
                    <a:gs pos="48000">
                      <a:srgbClr val="8D63B2"/>
                    </a:gs>
                  </a:gsLst>
                  <a:lin ang="13500000" scaled="1"/>
                </a:gradFill>
                <a:latin typeface="+mn-ea"/>
              </a:rPr>
              <a:t>(</a:t>
            </a:r>
            <a:r>
              <a:rPr lang="ko-KR" altLang="en-US" sz="2800" b="1" spc="-300" dirty="0">
                <a:gradFill>
                  <a:gsLst>
                    <a:gs pos="0">
                      <a:srgbClr val="CC99FF"/>
                    </a:gs>
                    <a:gs pos="100000">
                      <a:srgbClr val="5E4C8A"/>
                    </a:gs>
                    <a:gs pos="48000">
                      <a:srgbClr val="8D63B2"/>
                    </a:gs>
                  </a:gsLst>
                  <a:lin ang="13500000" scaled="1"/>
                </a:gradFill>
                <a:latin typeface="+mn-ea"/>
              </a:rPr>
              <a:t>라인</a:t>
            </a:r>
            <a:r>
              <a:rPr lang="en-US" altLang="ko-KR" sz="2800" b="1" spc="-300" dirty="0">
                <a:gradFill>
                  <a:gsLst>
                    <a:gs pos="0">
                      <a:srgbClr val="CC99FF"/>
                    </a:gs>
                    <a:gs pos="100000">
                      <a:srgbClr val="5E4C8A"/>
                    </a:gs>
                    <a:gs pos="48000">
                      <a:srgbClr val="8D63B2"/>
                    </a:gs>
                  </a:gsLst>
                  <a:lin ang="13500000" scaled="1"/>
                </a:gradFill>
                <a:latin typeface="+mn-ea"/>
              </a:rPr>
              <a:t>/</a:t>
            </a:r>
            <a:r>
              <a:rPr lang="ko-KR" altLang="en-US" sz="2800" b="1" spc="-300" dirty="0">
                <a:gradFill>
                  <a:gsLst>
                    <a:gs pos="0">
                      <a:srgbClr val="CC99FF"/>
                    </a:gs>
                    <a:gs pos="100000">
                      <a:srgbClr val="5E4C8A"/>
                    </a:gs>
                    <a:gs pos="48000">
                      <a:srgbClr val="8D63B2"/>
                    </a:gs>
                  </a:gsLst>
                  <a:lin ang="13500000" scaled="1"/>
                </a:gradFill>
                <a:latin typeface="+mn-ea"/>
              </a:rPr>
              <a:t>이미지</a:t>
            </a:r>
            <a:r>
              <a:rPr lang="en-US" altLang="ko-KR" sz="2800" b="1" spc="-300" dirty="0">
                <a:gradFill>
                  <a:gsLst>
                    <a:gs pos="0">
                      <a:srgbClr val="CC99FF"/>
                    </a:gs>
                    <a:gs pos="100000">
                      <a:srgbClr val="5E4C8A"/>
                    </a:gs>
                    <a:gs pos="48000">
                      <a:srgbClr val="8D63B2"/>
                    </a:gs>
                  </a:gsLst>
                  <a:lin ang="13500000" scaled="1"/>
                </a:gradFill>
                <a:latin typeface="+mn-ea"/>
              </a:rPr>
              <a:t>/</a:t>
            </a:r>
            <a:r>
              <a:rPr lang="ko-KR" altLang="en-US" sz="2800" b="1" spc="-300" dirty="0">
                <a:gradFill>
                  <a:gsLst>
                    <a:gs pos="0">
                      <a:srgbClr val="CC99FF"/>
                    </a:gs>
                    <a:gs pos="100000">
                      <a:srgbClr val="5E4C8A"/>
                    </a:gs>
                    <a:gs pos="48000">
                      <a:srgbClr val="8D63B2"/>
                    </a:gs>
                  </a:gsLst>
                  <a:lin ang="13500000" scaled="1"/>
                </a:gradFill>
                <a:latin typeface="+mn-ea"/>
              </a:rPr>
              <a:t>파츠</a:t>
            </a:r>
            <a:r>
              <a:rPr lang="en-US" altLang="ko-KR" sz="2800" b="1" spc="-300" dirty="0">
                <a:gradFill>
                  <a:gsLst>
                    <a:gs pos="0">
                      <a:srgbClr val="CC99FF"/>
                    </a:gs>
                    <a:gs pos="100000">
                      <a:srgbClr val="5E4C8A"/>
                    </a:gs>
                    <a:gs pos="48000">
                      <a:srgbClr val="8D63B2"/>
                    </a:gs>
                  </a:gsLst>
                  <a:lin ang="13500000" scaled="1"/>
                </a:gradFill>
                <a:latin typeface="+mn-ea"/>
              </a:rPr>
              <a:t>) </a:t>
            </a:r>
            <a:r>
              <a:rPr lang="ko-KR" altLang="en-US" sz="2800" b="1" spc="-300" dirty="0">
                <a:gradFill>
                  <a:gsLst>
                    <a:gs pos="0">
                      <a:srgbClr val="CC99FF"/>
                    </a:gs>
                    <a:gs pos="100000">
                      <a:srgbClr val="5E4C8A"/>
                    </a:gs>
                    <a:gs pos="48000">
                      <a:srgbClr val="8D63B2"/>
                    </a:gs>
                  </a:gsLst>
                  <a:lin ang="13500000" scaled="1"/>
                </a:gradFill>
                <a:latin typeface="+mn-ea"/>
              </a:rPr>
              <a:t>일본국제자격과정</a:t>
            </a:r>
          </a:p>
        </p:txBody>
      </p:sp>
      <p:grpSp>
        <p:nvGrpSpPr>
          <p:cNvPr id="384" name="그룹 383"/>
          <p:cNvGrpSpPr/>
          <p:nvPr/>
        </p:nvGrpSpPr>
        <p:grpSpPr>
          <a:xfrm>
            <a:off x="739332" y="312563"/>
            <a:ext cx="5903216" cy="842915"/>
            <a:chOff x="739332" y="80446"/>
            <a:chExt cx="10716539" cy="1292780"/>
          </a:xfrm>
        </p:grpSpPr>
        <p:sp>
          <p:nvSpPr>
            <p:cNvPr id="385" name="타원 384"/>
            <p:cNvSpPr/>
            <p:nvPr/>
          </p:nvSpPr>
          <p:spPr>
            <a:xfrm>
              <a:off x="1556615" y="159657"/>
              <a:ext cx="852756" cy="852756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6" name="타원 385"/>
            <p:cNvSpPr/>
            <p:nvPr/>
          </p:nvSpPr>
          <p:spPr>
            <a:xfrm>
              <a:off x="1982993" y="80446"/>
              <a:ext cx="1274207" cy="1274207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7" name="타원 386"/>
            <p:cNvSpPr/>
            <p:nvPr/>
          </p:nvSpPr>
          <p:spPr>
            <a:xfrm>
              <a:off x="1902007" y="736123"/>
              <a:ext cx="522644" cy="522644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8" name="타원 387"/>
            <p:cNvSpPr/>
            <p:nvPr/>
          </p:nvSpPr>
          <p:spPr>
            <a:xfrm>
              <a:off x="2291971" y="438799"/>
              <a:ext cx="873797" cy="873797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9" name="타원 388"/>
            <p:cNvSpPr/>
            <p:nvPr/>
          </p:nvSpPr>
          <p:spPr>
            <a:xfrm>
              <a:off x="2981334" y="334436"/>
              <a:ext cx="914862" cy="914862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0" name="타원 389"/>
            <p:cNvSpPr/>
            <p:nvPr/>
          </p:nvSpPr>
          <p:spPr>
            <a:xfrm>
              <a:off x="3023246" y="126676"/>
              <a:ext cx="415519" cy="415519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1" name="타원 390"/>
            <p:cNvSpPr/>
            <p:nvPr/>
          </p:nvSpPr>
          <p:spPr>
            <a:xfrm rot="20677582">
              <a:off x="739332" y="575144"/>
              <a:ext cx="475478" cy="475477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2" name="타원 391"/>
            <p:cNvSpPr/>
            <p:nvPr/>
          </p:nvSpPr>
          <p:spPr>
            <a:xfrm rot="20677582">
              <a:off x="983800" y="434177"/>
              <a:ext cx="710469" cy="710469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3" name="타원 392"/>
            <p:cNvSpPr/>
            <p:nvPr/>
          </p:nvSpPr>
          <p:spPr>
            <a:xfrm rot="20677582">
              <a:off x="989131" y="861703"/>
              <a:ext cx="291415" cy="291414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4" name="타원 393"/>
            <p:cNvSpPr/>
            <p:nvPr/>
          </p:nvSpPr>
          <p:spPr>
            <a:xfrm rot="20677582">
              <a:off x="1177286" y="614752"/>
              <a:ext cx="487210" cy="487209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5" name="타원 394"/>
            <p:cNvSpPr/>
            <p:nvPr/>
          </p:nvSpPr>
          <p:spPr>
            <a:xfrm rot="20677582">
              <a:off x="1535104" y="453297"/>
              <a:ext cx="510107" cy="510106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6" name="타원 395"/>
            <p:cNvSpPr/>
            <p:nvPr/>
          </p:nvSpPr>
          <p:spPr>
            <a:xfrm rot="20677582">
              <a:off x="1495001" y="377292"/>
              <a:ext cx="231684" cy="231684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7" name="타원 396"/>
            <p:cNvSpPr/>
            <p:nvPr/>
          </p:nvSpPr>
          <p:spPr>
            <a:xfrm flipH="1">
              <a:off x="9785832" y="178230"/>
              <a:ext cx="852756" cy="852756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8" name="타원 397"/>
            <p:cNvSpPr/>
            <p:nvPr/>
          </p:nvSpPr>
          <p:spPr>
            <a:xfrm flipH="1">
              <a:off x="8938003" y="99019"/>
              <a:ext cx="1274207" cy="1274207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9" name="타원 398"/>
            <p:cNvSpPr/>
            <p:nvPr/>
          </p:nvSpPr>
          <p:spPr>
            <a:xfrm flipH="1">
              <a:off x="9770552" y="754696"/>
              <a:ext cx="522644" cy="522644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0" name="타원 399"/>
            <p:cNvSpPr/>
            <p:nvPr/>
          </p:nvSpPr>
          <p:spPr>
            <a:xfrm flipH="1">
              <a:off x="9029435" y="457372"/>
              <a:ext cx="873797" cy="873797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1" name="타원 400"/>
            <p:cNvSpPr/>
            <p:nvPr/>
          </p:nvSpPr>
          <p:spPr>
            <a:xfrm flipH="1">
              <a:off x="8299007" y="353009"/>
              <a:ext cx="914862" cy="914862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2" name="타원 401"/>
            <p:cNvSpPr/>
            <p:nvPr/>
          </p:nvSpPr>
          <p:spPr>
            <a:xfrm flipH="1">
              <a:off x="8756438" y="145249"/>
              <a:ext cx="415519" cy="415519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3" name="타원 402"/>
            <p:cNvSpPr/>
            <p:nvPr/>
          </p:nvSpPr>
          <p:spPr>
            <a:xfrm rot="922418" flipH="1">
              <a:off x="10980393" y="593717"/>
              <a:ext cx="475478" cy="475477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4" name="타원 403"/>
            <p:cNvSpPr/>
            <p:nvPr/>
          </p:nvSpPr>
          <p:spPr>
            <a:xfrm rot="922418" flipH="1">
              <a:off x="10500934" y="452750"/>
              <a:ext cx="710469" cy="710469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5" name="타원 404"/>
            <p:cNvSpPr/>
            <p:nvPr/>
          </p:nvSpPr>
          <p:spPr>
            <a:xfrm rot="922418" flipH="1">
              <a:off x="10914657" y="880276"/>
              <a:ext cx="291415" cy="291414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6" name="타원 405"/>
            <p:cNvSpPr/>
            <p:nvPr/>
          </p:nvSpPr>
          <p:spPr>
            <a:xfrm rot="922418" flipH="1">
              <a:off x="10530707" y="633325"/>
              <a:ext cx="487210" cy="487209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7" name="타원 406"/>
            <p:cNvSpPr/>
            <p:nvPr/>
          </p:nvSpPr>
          <p:spPr>
            <a:xfrm rot="922418" flipH="1">
              <a:off x="10149992" y="471870"/>
              <a:ext cx="510107" cy="510106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8" name="타원 407"/>
            <p:cNvSpPr/>
            <p:nvPr/>
          </p:nvSpPr>
          <p:spPr>
            <a:xfrm rot="922418" flipH="1">
              <a:off x="10468518" y="395865"/>
              <a:ext cx="231684" cy="231684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55" name="직선 연결선 54"/>
          <p:cNvCxnSpPr/>
          <p:nvPr/>
        </p:nvCxnSpPr>
        <p:spPr>
          <a:xfrm flipH="1">
            <a:off x="2226316" y="4943428"/>
            <a:ext cx="1" cy="2207925"/>
          </a:xfrm>
          <a:prstGeom prst="line">
            <a:avLst/>
          </a:prstGeom>
          <a:ln w="28575">
            <a:solidFill>
              <a:srgbClr val="5F4B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그룹 15"/>
          <p:cNvGrpSpPr/>
          <p:nvPr/>
        </p:nvGrpSpPr>
        <p:grpSpPr>
          <a:xfrm>
            <a:off x="870291" y="5577984"/>
            <a:ext cx="1031052" cy="1085377"/>
            <a:chOff x="1422959" y="4793001"/>
            <a:chExt cx="1031052" cy="1085377"/>
          </a:xfrm>
        </p:grpSpPr>
        <p:grpSp>
          <p:nvGrpSpPr>
            <p:cNvPr id="19" name="그룹 18"/>
            <p:cNvGrpSpPr/>
            <p:nvPr/>
          </p:nvGrpSpPr>
          <p:grpSpPr>
            <a:xfrm>
              <a:off x="1668484" y="4793001"/>
              <a:ext cx="540000" cy="540000"/>
              <a:chOff x="1530615" y="3607452"/>
              <a:chExt cx="756000" cy="756000"/>
            </a:xfrm>
          </p:grpSpPr>
          <p:sp>
            <p:nvSpPr>
              <p:cNvPr id="51" name="타원 50"/>
              <p:cNvSpPr/>
              <p:nvPr/>
            </p:nvSpPr>
            <p:spPr>
              <a:xfrm>
                <a:off x="1530615" y="3607452"/>
                <a:ext cx="756000" cy="756000"/>
              </a:xfrm>
              <a:prstGeom prst="ellipse">
                <a:avLst/>
              </a:prstGeom>
              <a:solidFill>
                <a:srgbClr val="5F4B8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2" name="Freeform 11"/>
              <p:cNvSpPr>
                <a:spLocks noEditPoints="1"/>
              </p:cNvSpPr>
              <p:nvPr/>
            </p:nvSpPr>
            <p:spPr bwMode="auto">
              <a:xfrm>
                <a:off x="1779266" y="3826647"/>
                <a:ext cx="258699" cy="317610"/>
              </a:xfrm>
              <a:custGeom>
                <a:avLst/>
                <a:gdLst>
                  <a:gd name="T0" fmla="*/ 1930 w 2831"/>
                  <a:gd name="T1" fmla="*/ 2787 h 3472"/>
                  <a:gd name="T2" fmla="*/ 1791 w 2831"/>
                  <a:gd name="T3" fmla="*/ 2855 h 3472"/>
                  <a:gd name="T4" fmla="*/ 2114 w 2831"/>
                  <a:gd name="T5" fmla="*/ 3172 h 3472"/>
                  <a:gd name="T6" fmla="*/ 2628 w 2831"/>
                  <a:gd name="T7" fmla="*/ 2656 h 3472"/>
                  <a:gd name="T8" fmla="*/ 2538 w 2831"/>
                  <a:gd name="T9" fmla="*/ 2529 h 3472"/>
                  <a:gd name="T10" fmla="*/ 1440 w 2831"/>
                  <a:gd name="T11" fmla="*/ 2529 h 3472"/>
                  <a:gd name="T12" fmla="*/ 914 w 2831"/>
                  <a:gd name="T13" fmla="*/ 2569 h 3472"/>
                  <a:gd name="T14" fmla="*/ 928 w 2831"/>
                  <a:gd name="T15" fmla="*/ 2433 h 3472"/>
                  <a:gd name="T16" fmla="*/ 807 w 2831"/>
                  <a:gd name="T17" fmla="*/ 2382 h 3472"/>
                  <a:gd name="T18" fmla="*/ 439 w 2831"/>
                  <a:gd name="T19" fmla="*/ 2514 h 3472"/>
                  <a:gd name="T20" fmla="*/ 470 w 2831"/>
                  <a:gd name="T21" fmla="*/ 2433 h 3472"/>
                  <a:gd name="T22" fmla="*/ 2186 w 2831"/>
                  <a:gd name="T23" fmla="*/ 2182 h 3472"/>
                  <a:gd name="T24" fmla="*/ 2642 w 2831"/>
                  <a:gd name="T25" fmla="*/ 2371 h 3472"/>
                  <a:gd name="T26" fmla="*/ 2831 w 2831"/>
                  <a:gd name="T27" fmla="*/ 2827 h 3472"/>
                  <a:gd name="T28" fmla="*/ 2642 w 2831"/>
                  <a:gd name="T29" fmla="*/ 3283 h 3472"/>
                  <a:gd name="T30" fmla="*/ 2186 w 2831"/>
                  <a:gd name="T31" fmla="*/ 3472 h 3472"/>
                  <a:gd name="T32" fmla="*/ 1729 w 2831"/>
                  <a:gd name="T33" fmla="*/ 3283 h 3472"/>
                  <a:gd name="T34" fmla="*/ 1540 w 2831"/>
                  <a:gd name="T35" fmla="*/ 2827 h 3472"/>
                  <a:gd name="T36" fmla="*/ 1729 w 2831"/>
                  <a:gd name="T37" fmla="*/ 2371 h 3472"/>
                  <a:gd name="T38" fmla="*/ 2186 w 2831"/>
                  <a:gd name="T39" fmla="*/ 2182 h 3472"/>
                  <a:gd name="T40" fmla="*/ 1540 w 2831"/>
                  <a:gd name="T41" fmla="*/ 2083 h 3472"/>
                  <a:gd name="T42" fmla="*/ 914 w 2831"/>
                  <a:gd name="T43" fmla="*/ 2123 h 3472"/>
                  <a:gd name="T44" fmla="*/ 928 w 2831"/>
                  <a:gd name="T45" fmla="*/ 1986 h 3472"/>
                  <a:gd name="T46" fmla="*/ 807 w 2831"/>
                  <a:gd name="T47" fmla="*/ 1957 h 3472"/>
                  <a:gd name="T48" fmla="*/ 439 w 2831"/>
                  <a:gd name="T49" fmla="*/ 2088 h 3472"/>
                  <a:gd name="T50" fmla="*/ 470 w 2831"/>
                  <a:gd name="T51" fmla="*/ 2007 h 3472"/>
                  <a:gd name="T52" fmla="*/ 944 w 2831"/>
                  <a:gd name="T53" fmla="*/ 1588 h 3472"/>
                  <a:gd name="T54" fmla="*/ 1786 w 2831"/>
                  <a:gd name="T55" fmla="*/ 1702 h 3472"/>
                  <a:gd name="T56" fmla="*/ 904 w 2831"/>
                  <a:gd name="T57" fmla="*/ 1716 h 3472"/>
                  <a:gd name="T58" fmla="*/ 944 w 2831"/>
                  <a:gd name="T59" fmla="*/ 1588 h 3472"/>
                  <a:gd name="T60" fmla="*/ 800 w 2831"/>
                  <a:gd name="T61" fmla="*/ 1548 h 3472"/>
                  <a:gd name="T62" fmla="*/ 430 w 2831"/>
                  <a:gd name="T63" fmla="*/ 1656 h 3472"/>
                  <a:gd name="T64" fmla="*/ 484 w 2831"/>
                  <a:gd name="T65" fmla="*/ 1589 h 3472"/>
                  <a:gd name="T66" fmla="*/ 1738 w 2831"/>
                  <a:gd name="T67" fmla="*/ 1140 h 3472"/>
                  <a:gd name="T68" fmla="*/ 1778 w 2831"/>
                  <a:gd name="T69" fmla="*/ 1269 h 3472"/>
                  <a:gd name="T70" fmla="*/ 896 w 2831"/>
                  <a:gd name="T71" fmla="*/ 1255 h 3472"/>
                  <a:gd name="T72" fmla="*/ 769 w 2831"/>
                  <a:gd name="T73" fmla="*/ 1030 h 3472"/>
                  <a:gd name="T74" fmla="*/ 616 w 2831"/>
                  <a:gd name="T75" fmla="*/ 1312 h 3472"/>
                  <a:gd name="T76" fmla="*/ 423 w 2831"/>
                  <a:gd name="T77" fmla="*/ 1202 h 3472"/>
                  <a:gd name="T78" fmla="*/ 496 w 2831"/>
                  <a:gd name="T79" fmla="*/ 1154 h 3472"/>
                  <a:gd name="T80" fmla="*/ 548 w 2831"/>
                  <a:gd name="T81" fmla="*/ 372 h 3472"/>
                  <a:gd name="T82" fmla="*/ 681 w 2831"/>
                  <a:gd name="T83" fmla="*/ 618 h 3472"/>
                  <a:gd name="T84" fmla="*/ 1588 w 2831"/>
                  <a:gd name="T85" fmla="*/ 597 h 3472"/>
                  <a:gd name="T86" fmla="*/ 1683 w 2831"/>
                  <a:gd name="T87" fmla="*/ 347 h 3472"/>
                  <a:gd name="T88" fmla="*/ 2201 w 2831"/>
                  <a:gd name="T89" fmla="*/ 438 h 3472"/>
                  <a:gd name="T90" fmla="*/ 2118 w 2831"/>
                  <a:gd name="T91" fmla="*/ 2037 h 3472"/>
                  <a:gd name="T92" fmla="*/ 1412 w 2831"/>
                  <a:gd name="T93" fmla="*/ 3005 h 3472"/>
                  <a:gd name="T94" fmla="*/ 47 w 2831"/>
                  <a:gd name="T95" fmla="*/ 3054 h 3472"/>
                  <a:gd name="T96" fmla="*/ 21 w 2831"/>
                  <a:gd name="T97" fmla="*/ 455 h 3472"/>
                  <a:gd name="T98" fmla="*/ 1118 w 2831"/>
                  <a:gd name="T99" fmla="*/ 99 h 3472"/>
                  <a:gd name="T100" fmla="*/ 1053 w 2831"/>
                  <a:gd name="T101" fmla="*/ 211 h 3472"/>
                  <a:gd name="T102" fmla="*/ 1182 w 2831"/>
                  <a:gd name="T103" fmla="*/ 211 h 3472"/>
                  <a:gd name="T104" fmla="*/ 1118 w 2831"/>
                  <a:gd name="T105" fmla="*/ 99 h 3472"/>
                  <a:gd name="T106" fmla="*/ 1268 w 2831"/>
                  <a:gd name="T107" fmla="*/ 85 h 3472"/>
                  <a:gd name="T108" fmla="*/ 1328 w 2831"/>
                  <a:gd name="T109" fmla="*/ 238 h 3472"/>
                  <a:gd name="T110" fmla="*/ 1564 w 2831"/>
                  <a:gd name="T111" fmla="*/ 312 h 3472"/>
                  <a:gd name="T112" fmla="*/ 1547 w 2831"/>
                  <a:gd name="T113" fmla="*/ 503 h 3472"/>
                  <a:gd name="T114" fmla="*/ 711 w 2831"/>
                  <a:gd name="T115" fmla="*/ 521 h 3472"/>
                  <a:gd name="T116" fmla="*/ 657 w 2831"/>
                  <a:gd name="T117" fmla="*/ 338 h 3472"/>
                  <a:gd name="T118" fmla="*/ 889 w 2831"/>
                  <a:gd name="T119" fmla="*/ 245 h 3472"/>
                  <a:gd name="T120" fmla="*/ 954 w 2831"/>
                  <a:gd name="T121" fmla="*/ 112 h 3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831" h="3472">
                    <a:moveTo>
                      <a:pt x="2538" y="2529"/>
                    </a:moveTo>
                    <a:lnTo>
                      <a:pt x="2517" y="2531"/>
                    </a:lnTo>
                    <a:lnTo>
                      <a:pt x="2496" y="2537"/>
                    </a:lnTo>
                    <a:lnTo>
                      <a:pt x="2476" y="2547"/>
                    </a:lnTo>
                    <a:lnTo>
                      <a:pt x="2459" y="2563"/>
                    </a:lnTo>
                    <a:lnTo>
                      <a:pt x="2124" y="2939"/>
                    </a:lnTo>
                    <a:lnTo>
                      <a:pt x="1950" y="2800"/>
                    </a:lnTo>
                    <a:lnTo>
                      <a:pt x="1930" y="2787"/>
                    </a:lnTo>
                    <a:lnTo>
                      <a:pt x="1909" y="2780"/>
                    </a:lnTo>
                    <a:lnTo>
                      <a:pt x="1888" y="2778"/>
                    </a:lnTo>
                    <a:lnTo>
                      <a:pt x="1866" y="2780"/>
                    </a:lnTo>
                    <a:lnTo>
                      <a:pt x="1845" y="2787"/>
                    </a:lnTo>
                    <a:lnTo>
                      <a:pt x="1826" y="2799"/>
                    </a:lnTo>
                    <a:lnTo>
                      <a:pt x="1810" y="2814"/>
                    </a:lnTo>
                    <a:lnTo>
                      <a:pt x="1797" y="2834"/>
                    </a:lnTo>
                    <a:lnTo>
                      <a:pt x="1791" y="2855"/>
                    </a:lnTo>
                    <a:lnTo>
                      <a:pt x="1788" y="2876"/>
                    </a:lnTo>
                    <a:lnTo>
                      <a:pt x="1791" y="2899"/>
                    </a:lnTo>
                    <a:lnTo>
                      <a:pt x="1797" y="2920"/>
                    </a:lnTo>
                    <a:lnTo>
                      <a:pt x="1809" y="2938"/>
                    </a:lnTo>
                    <a:lnTo>
                      <a:pt x="1826" y="2954"/>
                    </a:lnTo>
                    <a:lnTo>
                      <a:pt x="2073" y="3152"/>
                    </a:lnTo>
                    <a:lnTo>
                      <a:pt x="2093" y="3165"/>
                    </a:lnTo>
                    <a:lnTo>
                      <a:pt x="2114" y="3172"/>
                    </a:lnTo>
                    <a:lnTo>
                      <a:pt x="2135" y="3174"/>
                    </a:lnTo>
                    <a:lnTo>
                      <a:pt x="2156" y="3172"/>
                    </a:lnTo>
                    <a:lnTo>
                      <a:pt x="2175" y="3166"/>
                    </a:lnTo>
                    <a:lnTo>
                      <a:pt x="2194" y="3155"/>
                    </a:lnTo>
                    <a:lnTo>
                      <a:pt x="2210" y="3142"/>
                    </a:lnTo>
                    <a:lnTo>
                      <a:pt x="2607" y="2694"/>
                    </a:lnTo>
                    <a:lnTo>
                      <a:pt x="2620" y="2676"/>
                    </a:lnTo>
                    <a:lnTo>
                      <a:pt x="2628" y="2656"/>
                    </a:lnTo>
                    <a:lnTo>
                      <a:pt x="2633" y="2633"/>
                    </a:lnTo>
                    <a:lnTo>
                      <a:pt x="2631" y="2612"/>
                    </a:lnTo>
                    <a:lnTo>
                      <a:pt x="2625" y="2591"/>
                    </a:lnTo>
                    <a:lnTo>
                      <a:pt x="2615" y="2571"/>
                    </a:lnTo>
                    <a:lnTo>
                      <a:pt x="2599" y="2555"/>
                    </a:lnTo>
                    <a:lnTo>
                      <a:pt x="2580" y="2542"/>
                    </a:lnTo>
                    <a:lnTo>
                      <a:pt x="2560" y="2534"/>
                    </a:lnTo>
                    <a:lnTo>
                      <a:pt x="2538" y="2529"/>
                    </a:lnTo>
                    <a:close/>
                    <a:moveTo>
                      <a:pt x="944" y="2430"/>
                    </a:moveTo>
                    <a:lnTo>
                      <a:pt x="1391" y="2430"/>
                    </a:lnTo>
                    <a:lnTo>
                      <a:pt x="1406" y="2433"/>
                    </a:lnTo>
                    <a:lnTo>
                      <a:pt x="1420" y="2440"/>
                    </a:lnTo>
                    <a:lnTo>
                      <a:pt x="1431" y="2450"/>
                    </a:lnTo>
                    <a:lnTo>
                      <a:pt x="1438" y="2464"/>
                    </a:lnTo>
                    <a:lnTo>
                      <a:pt x="1440" y="2480"/>
                    </a:lnTo>
                    <a:lnTo>
                      <a:pt x="1440" y="2529"/>
                    </a:lnTo>
                    <a:lnTo>
                      <a:pt x="1438" y="2545"/>
                    </a:lnTo>
                    <a:lnTo>
                      <a:pt x="1431" y="2559"/>
                    </a:lnTo>
                    <a:lnTo>
                      <a:pt x="1420" y="2569"/>
                    </a:lnTo>
                    <a:lnTo>
                      <a:pt x="1406" y="2577"/>
                    </a:lnTo>
                    <a:lnTo>
                      <a:pt x="1391" y="2579"/>
                    </a:lnTo>
                    <a:lnTo>
                      <a:pt x="944" y="2579"/>
                    </a:lnTo>
                    <a:lnTo>
                      <a:pt x="928" y="2577"/>
                    </a:lnTo>
                    <a:lnTo>
                      <a:pt x="914" y="2569"/>
                    </a:lnTo>
                    <a:lnTo>
                      <a:pt x="904" y="2559"/>
                    </a:lnTo>
                    <a:lnTo>
                      <a:pt x="896" y="2545"/>
                    </a:lnTo>
                    <a:lnTo>
                      <a:pt x="894" y="2529"/>
                    </a:lnTo>
                    <a:lnTo>
                      <a:pt x="894" y="2480"/>
                    </a:lnTo>
                    <a:lnTo>
                      <a:pt x="896" y="2464"/>
                    </a:lnTo>
                    <a:lnTo>
                      <a:pt x="904" y="2450"/>
                    </a:lnTo>
                    <a:lnTo>
                      <a:pt x="914" y="2440"/>
                    </a:lnTo>
                    <a:lnTo>
                      <a:pt x="928" y="2433"/>
                    </a:lnTo>
                    <a:lnTo>
                      <a:pt x="944" y="2430"/>
                    </a:lnTo>
                    <a:close/>
                    <a:moveTo>
                      <a:pt x="769" y="2319"/>
                    </a:moveTo>
                    <a:lnTo>
                      <a:pt x="783" y="2322"/>
                    </a:lnTo>
                    <a:lnTo>
                      <a:pt x="795" y="2330"/>
                    </a:lnTo>
                    <a:lnTo>
                      <a:pt x="805" y="2341"/>
                    </a:lnTo>
                    <a:lnTo>
                      <a:pt x="810" y="2355"/>
                    </a:lnTo>
                    <a:lnTo>
                      <a:pt x="810" y="2368"/>
                    </a:lnTo>
                    <a:lnTo>
                      <a:pt x="807" y="2382"/>
                    </a:lnTo>
                    <a:lnTo>
                      <a:pt x="800" y="2395"/>
                    </a:lnTo>
                    <a:lnTo>
                      <a:pt x="616" y="2600"/>
                    </a:lnTo>
                    <a:lnTo>
                      <a:pt x="606" y="2608"/>
                    </a:lnTo>
                    <a:lnTo>
                      <a:pt x="594" y="2613"/>
                    </a:lnTo>
                    <a:lnTo>
                      <a:pt x="581" y="2616"/>
                    </a:lnTo>
                    <a:lnTo>
                      <a:pt x="567" y="2612"/>
                    </a:lnTo>
                    <a:lnTo>
                      <a:pt x="553" y="2605"/>
                    </a:lnTo>
                    <a:lnTo>
                      <a:pt x="439" y="2514"/>
                    </a:lnTo>
                    <a:lnTo>
                      <a:pt x="430" y="2503"/>
                    </a:lnTo>
                    <a:lnTo>
                      <a:pt x="423" y="2490"/>
                    </a:lnTo>
                    <a:lnTo>
                      <a:pt x="422" y="2477"/>
                    </a:lnTo>
                    <a:lnTo>
                      <a:pt x="425" y="2463"/>
                    </a:lnTo>
                    <a:lnTo>
                      <a:pt x="432" y="2449"/>
                    </a:lnTo>
                    <a:lnTo>
                      <a:pt x="442" y="2440"/>
                    </a:lnTo>
                    <a:lnTo>
                      <a:pt x="456" y="2435"/>
                    </a:lnTo>
                    <a:lnTo>
                      <a:pt x="470" y="2433"/>
                    </a:lnTo>
                    <a:lnTo>
                      <a:pt x="484" y="2436"/>
                    </a:lnTo>
                    <a:lnTo>
                      <a:pt x="496" y="2443"/>
                    </a:lnTo>
                    <a:lnTo>
                      <a:pt x="576" y="2507"/>
                    </a:lnTo>
                    <a:lnTo>
                      <a:pt x="731" y="2334"/>
                    </a:lnTo>
                    <a:lnTo>
                      <a:pt x="742" y="2324"/>
                    </a:lnTo>
                    <a:lnTo>
                      <a:pt x="755" y="2320"/>
                    </a:lnTo>
                    <a:lnTo>
                      <a:pt x="769" y="2319"/>
                    </a:lnTo>
                    <a:close/>
                    <a:moveTo>
                      <a:pt x="2186" y="2182"/>
                    </a:moveTo>
                    <a:lnTo>
                      <a:pt x="2251" y="2185"/>
                    </a:lnTo>
                    <a:lnTo>
                      <a:pt x="2316" y="2196"/>
                    </a:lnTo>
                    <a:lnTo>
                      <a:pt x="2378" y="2212"/>
                    </a:lnTo>
                    <a:lnTo>
                      <a:pt x="2437" y="2233"/>
                    </a:lnTo>
                    <a:lnTo>
                      <a:pt x="2494" y="2260"/>
                    </a:lnTo>
                    <a:lnTo>
                      <a:pt x="2546" y="2293"/>
                    </a:lnTo>
                    <a:lnTo>
                      <a:pt x="2596" y="2329"/>
                    </a:lnTo>
                    <a:lnTo>
                      <a:pt x="2642" y="2371"/>
                    </a:lnTo>
                    <a:lnTo>
                      <a:pt x="2683" y="2417"/>
                    </a:lnTo>
                    <a:lnTo>
                      <a:pt x="2721" y="2466"/>
                    </a:lnTo>
                    <a:lnTo>
                      <a:pt x="2753" y="2520"/>
                    </a:lnTo>
                    <a:lnTo>
                      <a:pt x="2780" y="2577"/>
                    </a:lnTo>
                    <a:lnTo>
                      <a:pt x="2802" y="2636"/>
                    </a:lnTo>
                    <a:lnTo>
                      <a:pt x="2818" y="2698"/>
                    </a:lnTo>
                    <a:lnTo>
                      <a:pt x="2828" y="2761"/>
                    </a:lnTo>
                    <a:lnTo>
                      <a:pt x="2831" y="2827"/>
                    </a:lnTo>
                    <a:lnTo>
                      <a:pt x="2828" y="2893"/>
                    </a:lnTo>
                    <a:lnTo>
                      <a:pt x="2818" y="2958"/>
                    </a:lnTo>
                    <a:lnTo>
                      <a:pt x="2802" y="3019"/>
                    </a:lnTo>
                    <a:lnTo>
                      <a:pt x="2780" y="3079"/>
                    </a:lnTo>
                    <a:lnTo>
                      <a:pt x="2753" y="3134"/>
                    </a:lnTo>
                    <a:lnTo>
                      <a:pt x="2721" y="3188"/>
                    </a:lnTo>
                    <a:lnTo>
                      <a:pt x="2683" y="3237"/>
                    </a:lnTo>
                    <a:lnTo>
                      <a:pt x="2642" y="3283"/>
                    </a:lnTo>
                    <a:lnTo>
                      <a:pt x="2596" y="3325"/>
                    </a:lnTo>
                    <a:lnTo>
                      <a:pt x="2546" y="3362"/>
                    </a:lnTo>
                    <a:lnTo>
                      <a:pt x="2494" y="3394"/>
                    </a:lnTo>
                    <a:lnTo>
                      <a:pt x="2437" y="3421"/>
                    </a:lnTo>
                    <a:lnTo>
                      <a:pt x="2378" y="3443"/>
                    </a:lnTo>
                    <a:lnTo>
                      <a:pt x="2316" y="3459"/>
                    </a:lnTo>
                    <a:lnTo>
                      <a:pt x="2251" y="3469"/>
                    </a:lnTo>
                    <a:lnTo>
                      <a:pt x="2186" y="3472"/>
                    </a:lnTo>
                    <a:lnTo>
                      <a:pt x="2120" y="3469"/>
                    </a:lnTo>
                    <a:lnTo>
                      <a:pt x="2055" y="3459"/>
                    </a:lnTo>
                    <a:lnTo>
                      <a:pt x="1993" y="3443"/>
                    </a:lnTo>
                    <a:lnTo>
                      <a:pt x="1934" y="3421"/>
                    </a:lnTo>
                    <a:lnTo>
                      <a:pt x="1877" y="3394"/>
                    </a:lnTo>
                    <a:lnTo>
                      <a:pt x="1825" y="3362"/>
                    </a:lnTo>
                    <a:lnTo>
                      <a:pt x="1775" y="3325"/>
                    </a:lnTo>
                    <a:lnTo>
                      <a:pt x="1729" y="3283"/>
                    </a:lnTo>
                    <a:lnTo>
                      <a:pt x="1688" y="3237"/>
                    </a:lnTo>
                    <a:lnTo>
                      <a:pt x="1650" y="3188"/>
                    </a:lnTo>
                    <a:lnTo>
                      <a:pt x="1618" y="3134"/>
                    </a:lnTo>
                    <a:lnTo>
                      <a:pt x="1591" y="3079"/>
                    </a:lnTo>
                    <a:lnTo>
                      <a:pt x="1569" y="3019"/>
                    </a:lnTo>
                    <a:lnTo>
                      <a:pt x="1553" y="2958"/>
                    </a:lnTo>
                    <a:lnTo>
                      <a:pt x="1543" y="2893"/>
                    </a:lnTo>
                    <a:lnTo>
                      <a:pt x="1540" y="2827"/>
                    </a:lnTo>
                    <a:lnTo>
                      <a:pt x="1543" y="2761"/>
                    </a:lnTo>
                    <a:lnTo>
                      <a:pt x="1553" y="2698"/>
                    </a:lnTo>
                    <a:lnTo>
                      <a:pt x="1569" y="2636"/>
                    </a:lnTo>
                    <a:lnTo>
                      <a:pt x="1591" y="2577"/>
                    </a:lnTo>
                    <a:lnTo>
                      <a:pt x="1618" y="2520"/>
                    </a:lnTo>
                    <a:lnTo>
                      <a:pt x="1650" y="2466"/>
                    </a:lnTo>
                    <a:lnTo>
                      <a:pt x="1688" y="2417"/>
                    </a:lnTo>
                    <a:lnTo>
                      <a:pt x="1729" y="2371"/>
                    </a:lnTo>
                    <a:lnTo>
                      <a:pt x="1775" y="2329"/>
                    </a:lnTo>
                    <a:lnTo>
                      <a:pt x="1825" y="2293"/>
                    </a:lnTo>
                    <a:lnTo>
                      <a:pt x="1877" y="2260"/>
                    </a:lnTo>
                    <a:lnTo>
                      <a:pt x="1934" y="2233"/>
                    </a:lnTo>
                    <a:lnTo>
                      <a:pt x="1993" y="2212"/>
                    </a:lnTo>
                    <a:lnTo>
                      <a:pt x="2055" y="2196"/>
                    </a:lnTo>
                    <a:lnTo>
                      <a:pt x="2120" y="2185"/>
                    </a:lnTo>
                    <a:lnTo>
                      <a:pt x="2186" y="2182"/>
                    </a:lnTo>
                    <a:close/>
                    <a:moveTo>
                      <a:pt x="944" y="1984"/>
                    </a:moveTo>
                    <a:lnTo>
                      <a:pt x="1491" y="1984"/>
                    </a:lnTo>
                    <a:lnTo>
                      <a:pt x="1505" y="1986"/>
                    </a:lnTo>
                    <a:lnTo>
                      <a:pt x="1519" y="1994"/>
                    </a:lnTo>
                    <a:lnTo>
                      <a:pt x="1531" y="2004"/>
                    </a:lnTo>
                    <a:lnTo>
                      <a:pt x="1537" y="2018"/>
                    </a:lnTo>
                    <a:lnTo>
                      <a:pt x="1540" y="2034"/>
                    </a:lnTo>
                    <a:lnTo>
                      <a:pt x="1540" y="2083"/>
                    </a:lnTo>
                    <a:lnTo>
                      <a:pt x="1537" y="2099"/>
                    </a:lnTo>
                    <a:lnTo>
                      <a:pt x="1531" y="2113"/>
                    </a:lnTo>
                    <a:lnTo>
                      <a:pt x="1519" y="2123"/>
                    </a:lnTo>
                    <a:lnTo>
                      <a:pt x="1505" y="2131"/>
                    </a:lnTo>
                    <a:lnTo>
                      <a:pt x="1491" y="2133"/>
                    </a:lnTo>
                    <a:lnTo>
                      <a:pt x="944" y="2133"/>
                    </a:lnTo>
                    <a:lnTo>
                      <a:pt x="928" y="2131"/>
                    </a:lnTo>
                    <a:lnTo>
                      <a:pt x="914" y="2123"/>
                    </a:lnTo>
                    <a:lnTo>
                      <a:pt x="904" y="2113"/>
                    </a:lnTo>
                    <a:lnTo>
                      <a:pt x="896" y="2099"/>
                    </a:lnTo>
                    <a:lnTo>
                      <a:pt x="894" y="2083"/>
                    </a:lnTo>
                    <a:lnTo>
                      <a:pt x="894" y="2034"/>
                    </a:lnTo>
                    <a:lnTo>
                      <a:pt x="896" y="2018"/>
                    </a:lnTo>
                    <a:lnTo>
                      <a:pt x="904" y="2004"/>
                    </a:lnTo>
                    <a:lnTo>
                      <a:pt x="914" y="1994"/>
                    </a:lnTo>
                    <a:lnTo>
                      <a:pt x="928" y="1986"/>
                    </a:lnTo>
                    <a:lnTo>
                      <a:pt x="944" y="1984"/>
                    </a:lnTo>
                    <a:close/>
                    <a:moveTo>
                      <a:pt x="769" y="1894"/>
                    </a:moveTo>
                    <a:lnTo>
                      <a:pt x="783" y="1897"/>
                    </a:lnTo>
                    <a:lnTo>
                      <a:pt x="795" y="1905"/>
                    </a:lnTo>
                    <a:lnTo>
                      <a:pt x="805" y="1916"/>
                    </a:lnTo>
                    <a:lnTo>
                      <a:pt x="810" y="1930"/>
                    </a:lnTo>
                    <a:lnTo>
                      <a:pt x="810" y="1943"/>
                    </a:lnTo>
                    <a:lnTo>
                      <a:pt x="807" y="1957"/>
                    </a:lnTo>
                    <a:lnTo>
                      <a:pt x="800" y="1970"/>
                    </a:lnTo>
                    <a:lnTo>
                      <a:pt x="616" y="2175"/>
                    </a:lnTo>
                    <a:lnTo>
                      <a:pt x="606" y="2183"/>
                    </a:lnTo>
                    <a:lnTo>
                      <a:pt x="594" y="2188"/>
                    </a:lnTo>
                    <a:lnTo>
                      <a:pt x="581" y="2191"/>
                    </a:lnTo>
                    <a:lnTo>
                      <a:pt x="567" y="2187"/>
                    </a:lnTo>
                    <a:lnTo>
                      <a:pt x="553" y="2180"/>
                    </a:lnTo>
                    <a:lnTo>
                      <a:pt x="439" y="2088"/>
                    </a:lnTo>
                    <a:lnTo>
                      <a:pt x="430" y="2078"/>
                    </a:lnTo>
                    <a:lnTo>
                      <a:pt x="423" y="2065"/>
                    </a:lnTo>
                    <a:lnTo>
                      <a:pt x="422" y="2052"/>
                    </a:lnTo>
                    <a:lnTo>
                      <a:pt x="425" y="2038"/>
                    </a:lnTo>
                    <a:lnTo>
                      <a:pt x="432" y="2024"/>
                    </a:lnTo>
                    <a:lnTo>
                      <a:pt x="442" y="2015"/>
                    </a:lnTo>
                    <a:lnTo>
                      <a:pt x="456" y="2010"/>
                    </a:lnTo>
                    <a:lnTo>
                      <a:pt x="470" y="2007"/>
                    </a:lnTo>
                    <a:lnTo>
                      <a:pt x="484" y="2011"/>
                    </a:lnTo>
                    <a:lnTo>
                      <a:pt x="496" y="2018"/>
                    </a:lnTo>
                    <a:lnTo>
                      <a:pt x="576" y="2082"/>
                    </a:lnTo>
                    <a:lnTo>
                      <a:pt x="731" y="1909"/>
                    </a:lnTo>
                    <a:lnTo>
                      <a:pt x="742" y="1899"/>
                    </a:lnTo>
                    <a:lnTo>
                      <a:pt x="755" y="1895"/>
                    </a:lnTo>
                    <a:lnTo>
                      <a:pt x="769" y="1894"/>
                    </a:lnTo>
                    <a:close/>
                    <a:moveTo>
                      <a:pt x="944" y="1588"/>
                    </a:moveTo>
                    <a:lnTo>
                      <a:pt x="1738" y="1588"/>
                    </a:lnTo>
                    <a:lnTo>
                      <a:pt x="1754" y="1590"/>
                    </a:lnTo>
                    <a:lnTo>
                      <a:pt x="1768" y="1597"/>
                    </a:lnTo>
                    <a:lnTo>
                      <a:pt x="1778" y="1608"/>
                    </a:lnTo>
                    <a:lnTo>
                      <a:pt x="1786" y="1621"/>
                    </a:lnTo>
                    <a:lnTo>
                      <a:pt x="1788" y="1637"/>
                    </a:lnTo>
                    <a:lnTo>
                      <a:pt x="1788" y="1687"/>
                    </a:lnTo>
                    <a:lnTo>
                      <a:pt x="1786" y="1702"/>
                    </a:lnTo>
                    <a:lnTo>
                      <a:pt x="1778" y="1716"/>
                    </a:lnTo>
                    <a:lnTo>
                      <a:pt x="1768" y="1727"/>
                    </a:lnTo>
                    <a:lnTo>
                      <a:pt x="1754" y="1734"/>
                    </a:lnTo>
                    <a:lnTo>
                      <a:pt x="1738" y="1736"/>
                    </a:lnTo>
                    <a:lnTo>
                      <a:pt x="944" y="1736"/>
                    </a:lnTo>
                    <a:lnTo>
                      <a:pt x="928" y="1734"/>
                    </a:lnTo>
                    <a:lnTo>
                      <a:pt x="914" y="1727"/>
                    </a:lnTo>
                    <a:lnTo>
                      <a:pt x="904" y="1716"/>
                    </a:lnTo>
                    <a:lnTo>
                      <a:pt x="896" y="1702"/>
                    </a:lnTo>
                    <a:lnTo>
                      <a:pt x="894" y="1687"/>
                    </a:lnTo>
                    <a:lnTo>
                      <a:pt x="894" y="1637"/>
                    </a:lnTo>
                    <a:lnTo>
                      <a:pt x="896" y="1621"/>
                    </a:lnTo>
                    <a:lnTo>
                      <a:pt x="904" y="1608"/>
                    </a:lnTo>
                    <a:lnTo>
                      <a:pt x="914" y="1597"/>
                    </a:lnTo>
                    <a:lnTo>
                      <a:pt x="928" y="1590"/>
                    </a:lnTo>
                    <a:lnTo>
                      <a:pt x="944" y="1588"/>
                    </a:lnTo>
                    <a:close/>
                    <a:moveTo>
                      <a:pt x="769" y="1472"/>
                    </a:moveTo>
                    <a:lnTo>
                      <a:pt x="783" y="1475"/>
                    </a:lnTo>
                    <a:lnTo>
                      <a:pt x="795" y="1483"/>
                    </a:lnTo>
                    <a:lnTo>
                      <a:pt x="805" y="1494"/>
                    </a:lnTo>
                    <a:lnTo>
                      <a:pt x="810" y="1508"/>
                    </a:lnTo>
                    <a:lnTo>
                      <a:pt x="810" y="1521"/>
                    </a:lnTo>
                    <a:lnTo>
                      <a:pt x="807" y="1535"/>
                    </a:lnTo>
                    <a:lnTo>
                      <a:pt x="800" y="1548"/>
                    </a:lnTo>
                    <a:lnTo>
                      <a:pt x="616" y="1753"/>
                    </a:lnTo>
                    <a:lnTo>
                      <a:pt x="606" y="1761"/>
                    </a:lnTo>
                    <a:lnTo>
                      <a:pt x="594" y="1767"/>
                    </a:lnTo>
                    <a:lnTo>
                      <a:pt x="581" y="1769"/>
                    </a:lnTo>
                    <a:lnTo>
                      <a:pt x="567" y="1765"/>
                    </a:lnTo>
                    <a:lnTo>
                      <a:pt x="553" y="1758"/>
                    </a:lnTo>
                    <a:lnTo>
                      <a:pt x="439" y="1667"/>
                    </a:lnTo>
                    <a:lnTo>
                      <a:pt x="430" y="1656"/>
                    </a:lnTo>
                    <a:lnTo>
                      <a:pt x="423" y="1643"/>
                    </a:lnTo>
                    <a:lnTo>
                      <a:pt x="422" y="1630"/>
                    </a:lnTo>
                    <a:lnTo>
                      <a:pt x="425" y="1615"/>
                    </a:lnTo>
                    <a:lnTo>
                      <a:pt x="432" y="1602"/>
                    </a:lnTo>
                    <a:lnTo>
                      <a:pt x="442" y="1593"/>
                    </a:lnTo>
                    <a:lnTo>
                      <a:pt x="456" y="1588"/>
                    </a:lnTo>
                    <a:lnTo>
                      <a:pt x="470" y="1586"/>
                    </a:lnTo>
                    <a:lnTo>
                      <a:pt x="484" y="1589"/>
                    </a:lnTo>
                    <a:lnTo>
                      <a:pt x="496" y="1596"/>
                    </a:lnTo>
                    <a:lnTo>
                      <a:pt x="576" y="1660"/>
                    </a:lnTo>
                    <a:lnTo>
                      <a:pt x="731" y="1487"/>
                    </a:lnTo>
                    <a:lnTo>
                      <a:pt x="742" y="1477"/>
                    </a:lnTo>
                    <a:lnTo>
                      <a:pt x="755" y="1473"/>
                    </a:lnTo>
                    <a:lnTo>
                      <a:pt x="769" y="1472"/>
                    </a:lnTo>
                    <a:close/>
                    <a:moveTo>
                      <a:pt x="944" y="1140"/>
                    </a:moveTo>
                    <a:lnTo>
                      <a:pt x="1738" y="1140"/>
                    </a:lnTo>
                    <a:lnTo>
                      <a:pt x="1754" y="1144"/>
                    </a:lnTo>
                    <a:lnTo>
                      <a:pt x="1768" y="1150"/>
                    </a:lnTo>
                    <a:lnTo>
                      <a:pt x="1778" y="1162"/>
                    </a:lnTo>
                    <a:lnTo>
                      <a:pt x="1786" y="1175"/>
                    </a:lnTo>
                    <a:lnTo>
                      <a:pt x="1788" y="1190"/>
                    </a:lnTo>
                    <a:lnTo>
                      <a:pt x="1788" y="1240"/>
                    </a:lnTo>
                    <a:lnTo>
                      <a:pt x="1786" y="1255"/>
                    </a:lnTo>
                    <a:lnTo>
                      <a:pt x="1778" y="1269"/>
                    </a:lnTo>
                    <a:lnTo>
                      <a:pt x="1768" y="1280"/>
                    </a:lnTo>
                    <a:lnTo>
                      <a:pt x="1754" y="1287"/>
                    </a:lnTo>
                    <a:lnTo>
                      <a:pt x="1738" y="1290"/>
                    </a:lnTo>
                    <a:lnTo>
                      <a:pt x="944" y="1290"/>
                    </a:lnTo>
                    <a:lnTo>
                      <a:pt x="928" y="1287"/>
                    </a:lnTo>
                    <a:lnTo>
                      <a:pt x="914" y="1280"/>
                    </a:lnTo>
                    <a:lnTo>
                      <a:pt x="904" y="1269"/>
                    </a:lnTo>
                    <a:lnTo>
                      <a:pt x="896" y="1255"/>
                    </a:lnTo>
                    <a:lnTo>
                      <a:pt x="894" y="1240"/>
                    </a:lnTo>
                    <a:lnTo>
                      <a:pt x="894" y="1190"/>
                    </a:lnTo>
                    <a:lnTo>
                      <a:pt x="896" y="1175"/>
                    </a:lnTo>
                    <a:lnTo>
                      <a:pt x="904" y="1162"/>
                    </a:lnTo>
                    <a:lnTo>
                      <a:pt x="914" y="1150"/>
                    </a:lnTo>
                    <a:lnTo>
                      <a:pt x="928" y="1144"/>
                    </a:lnTo>
                    <a:lnTo>
                      <a:pt x="944" y="1140"/>
                    </a:lnTo>
                    <a:close/>
                    <a:moveTo>
                      <a:pt x="769" y="1030"/>
                    </a:moveTo>
                    <a:lnTo>
                      <a:pt x="783" y="1034"/>
                    </a:lnTo>
                    <a:lnTo>
                      <a:pt x="795" y="1042"/>
                    </a:lnTo>
                    <a:lnTo>
                      <a:pt x="805" y="1053"/>
                    </a:lnTo>
                    <a:lnTo>
                      <a:pt x="810" y="1066"/>
                    </a:lnTo>
                    <a:lnTo>
                      <a:pt x="810" y="1081"/>
                    </a:lnTo>
                    <a:lnTo>
                      <a:pt x="807" y="1094"/>
                    </a:lnTo>
                    <a:lnTo>
                      <a:pt x="800" y="1106"/>
                    </a:lnTo>
                    <a:lnTo>
                      <a:pt x="616" y="1312"/>
                    </a:lnTo>
                    <a:lnTo>
                      <a:pt x="606" y="1320"/>
                    </a:lnTo>
                    <a:lnTo>
                      <a:pt x="594" y="1326"/>
                    </a:lnTo>
                    <a:lnTo>
                      <a:pt x="581" y="1327"/>
                    </a:lnTo>
                    <a:lnTo>
                      <a:pt x="567" y="1325"/>
                    </a:lnTo>
                    <a:lnTo>
                      <a:pt x="553" y="1317"/>
                    </a:lnTo>
                    <a:lnTo>
                      <a:pt x="439" y="1226"/>
                    </a:lnTo>
                    <a:lnTo>
                      <a:pt x="430" y="1215"/>
                    </a:lnTo>
                    <a:lnTo>
                      <a:pt x="423" y="1202"/>
                    </a:lnTo>
                    <a:lnTo>
                      <a:pt x="422" y="1188"/>
                    </a:lnTo>
                    <a:lnTo>
                      <a:pt x="425" y="1174"/>
                    </a:lnTo>
                    <a:lnTo>
                      <a:pt x="432" y="1162"/>
                    </a:lnTo>
                    <a:lnTo>
                      <a:pt x="442" y="1152"/>
                    </a:lnTo>
                    <a:lnTo>
                      <a:pt x="456" y="1146"/>
                    </a:lnTo>
                    <a:lnTo>
                      <a:pt x="470" y="1145"/>
                    </a:lnTo>
                    <a:lnTo>
                      <a:pt x="484" y="1147"/>
                    </a:lnTo>
                    <a:lnTo>
                      <a:pt x="496" y="1154"/>
                    </a:lnTo>
                    <a:lnTo>
                      <a:pt x="576" y="1218"/>
                    </a:lnTo>
                    <a:lnTo>
                      <a:pt x="731" y="1046"/>
                    </a:lnTo>
                    <a:lnTo>
                      <a:pt x="742" y="1036"/>
                    </a:lnTo>
                    <a:lnTo>
                      <a:pt x="755" y="1031"/>
                    </a:lnTo>
                    <a:lnTo>
                      <a:pt x="769" y="1030"/>
                    </a:lnTo>
                    <a:close/>
                    <a:moveTo>
                      <a:pt x="150" y="347"/>
                    </a:moveTo>
                    <a:lnTo>
                      <a:pt x="552" y="347"/>
                    </a:lnTo>
                    <a:lnTo>
                      <a:pt x="548" y="372"/>
                    </a:lnTo>
                    <a:lnTo>
                      <a:pt x="547" y="399"/>
                    </a:lnTo>
                    <a:lnTo>
                      <a:pt x="550" y="439"/>
                    </a:lnTo>
                    <a:lnTo>
                      <a:pt x="559" y="477"/>
                    </a:lnTo>
                    <a:lnTo>
                      <a:pt x="574" y="511"/>
                    </a:lnTo>
                    <a:lnTo>
                      <a:pt x="594" y="544"/>
                    </a:lnTo>
                    <a:lnTo>
                      <a:pt x="618" y="572"/>
                    </a:lnTo>
                    <a:lnTo>
                      <a:pt x="648" y="598"/>
                    </a:lnTo>
                    <a:lnTo>
                      <a:pt x="681" y="618"/>
                    </a:lnTo>
                    <a:lnTo>
                      <a:pt x="715" y="632"/>
                    </a:lnTo>
                    <a:lnTo>
                      <a:pt x="753" y="642"/>
                    </a:lnTo>
                    <a:lnTo>
                      <a:pt x="793" y="645"/>
                    </a:lnTo>
                    <a:lnTo>
                      <a:pt x="1442" y="645"/>
                    </a:lnTo>
                    <a:lnTo>
                      <a:pt x="1482" y="642"/>
                    </a:lnTo>
                    <a:lnTo>
                      <a:pt x="1520" y="632"/>
                    </a:lnTo>
                    <a:lnTo>
                      <a:pt x="1555" y="618"/>
                    </a:lnTo>
                    <a:lnTo>
                      <a:pt x="1588" y="597"/>
                    </a:lnTo>
                    <a:lnTo>
                      <a:pt x="1616" y="572"/>
                    </a:lnTo>
                    <a:lnTo>
                      <a:pt x="1641" y="543"/>
                    </a:lnTo>
                    <a:lnTo>
                      <a:pt x="1661" y="510"/>
                    </a:lnTo>
                    <a:lnTo>
                      <a:pt x="1676" y="475"/>
                    </a:lnTo>
                    <a:lnTo>
                      <a:pt x="1686" y="436"/>
                    </a:lnTo>
                    <a:lnTo>
                      <a:pt x="1689" y="396"/>
                    </a:lnTo>
                    <a:lnTo>
                      <a:pt x="1688" y="371"/>
                    </a:lnTo>
                    <a:lnTo>
                      <a:pt x="1683" y="347"/>
                    </a:lnTo>
                    <a:lnTo>
                      <a:pt x="1987" y="347"/>
                    </a:lnTo>
                    <a:lnTo>
                      <a:pt x="2029" y="349"/>
                    </a:lnTo>
                    <a:lnTo>
                      <a:pt x="2067" y="356"/>
                    </a:lnTo>
                    <a:lnTo>
                      <a:pt x="2101" y="366"/>
                    </a:lnTo>
                    <a:lnTo>
                      <a:pt x="2132" y="379"/>
                    </a:lnTo>
                    <a:lnTo>
                      <a:pt x="2159" y="396"/>
                    </a:lnTo>
                    <a:lnTo>
                      <a:pt x="2182" y="416"/>
                    </a:lnTo>
                    <a:lnTo>
                      <a:pt x="2201" y="438"/>
                    </a:lnTo>
                    <a:lnTo>
                      <a:pt x="2215" y="462"/>
                    </a:lnTo>
                    <a:lnTo>
                      <a:pt x="2226" y="488"/>
                    </a:lnTo>
                    <a:lnTo>
                      <a:pt x="2233" y="517"/>
                    </a:lnTo>
                    <a:lnTo>
                      <a:pt x="2235" y="546"/>
                    </a:lnTo>
                    <a:lnTo>
                      <a:pt x="2235" y="2036"/>
                    </a:lnTo>
                    <a:lnTo>
                      <a:pt x="2210" y="2035"/>
                    </a:lnTo>
                    <a:lnTo>
                      <a:pt x="2186" y="2034"/>
                    </a:lnTo>
                    <a:lnTo>
                      <a:pt x="2118" y="2037"/>
                    </a:lnTo>
                    <a:lnTo>
                      <a:pt x="2051" y="2045"/>
                    </a:lnTo>
                    <a:lnTo>
                      <a:pt x="1987" y="2060"/>
                    </a:lnTo>
                    <a:lnTo>
                      <a:pt x="1987" y="893"/>
                    </a:lnTo>
                    <a:lnTo>
                      <a:pt x="249" y="893"/>
                    </a:lnTo>
                    <a:lnTo>
                      <a:pt x="249" y="2876"/>
                    </a:lnTo>
                    <a:lnTo>
                      <a:pt x="1394" y="2876"/>
                    </a:lnTo>
                    <a:lnTo>
                      <a:pt x="1400" y="2942"/>
                    </a:lnTo>
                    <a:lnTo>
                      <a:pt x="1412" y="3005"/>
                    </a:lnTo>
                    <a:lnTo>
                      <a:pt x="1429" y="3066"/>
                    </a:lnTo>
                    <a:lnTo>
                      <a:pt x="1450" y="3125"/>
                    </a:lnTo>
                    <a:lnTo>
                      <a:pt x="199" y="3125"/>
                    </a:lnTo>
                    <a:lnTo>
                      <a:pt x="163" y="3122"/>
                    </a:lnTo>
                    <a:lnTo>
                      <a:pt x="130" y="3112"/>
                    </a:lnTo>
                    <a:lnTo>
                      <a:pt x="99" y="3097"/>
                    </a:lnTo>
                    <a:lnTo>
                      <a:pt x="71" y="3079"/>
                    </a:lnTo>
                    <a:lnTo>
                      <a:pt x="47" y="3054"/>
                    </a:lnTo>
                    <a:lnTo>
                      <a:pt x="27" y="3027"/>
                    </a:lnTo>
                    <a:lnTo>
                      <a:pt x="13" y="2995"/>
                    </a:lnTo>
                    <a:lnTo>
                      <a:pt x="3" y="2962"/>
                    </a:lnTo>
                    <a:lnTo>
                      <a:pt x="0" y="2926"/>
                    </a:lnTo>
                    <a:lnTo>
                      <a:pt x="0" y="546"/>
                    </a:lnTo>
                    <a:lnTo>
                      <a:pt x="3" y="513"/>
                    </a:lnTo>
                    <a:lnTo>
                      <a:pt x="9" y="483"/>
                    </a:lnTo>
                    <a:lnTo>
                      <a:pt x="21" y="455"/>
                    </a:lnTo>
                    <a:lnTo>
                      <a:pt x="36" y="428"/>
                    </a:lnTo>
                    <a:lnTo>
                      <a:pt x="53" y="405"/>
                    </a:lnTo>
                    <a:lnTo>
                      <a:pt x="71" y="385"/>
                    </a:lnTo>
                    <a:lnTo>
                      <a:pt x="91" y="369"/>
                    </a:lnTo>
                    <a:lnTo>
                      <a:pt x="111" y="358"/>
                    </a:lnTo>
                    <a:lnTo>
                      <a:pt x="131" y="349"/>
                    </a:lnTo>
                    <a:lnTo>
                      <a:pt x="150" y="347"/>
                    </a:lnTo>
                    <a:close/>
                    <a:moveTo>
                      <a:pt x="1118" y="99"/>
                    </a:moveTo>
                    <a:lnTo>
                      <a:pt x="1098" y="102"/>
                    </a:lnTo>
                    <a:lnTo>
                      <a:pt x="1080" y="109"/>
                    </a:lnTo>
                    <a:lnTo>
                      <a:pt x="1065" y="121"/>
                    </a:lnTo>
                    <a:lnTo>
                      <a:pt x="1053" y="136"/>
                    </a:lnTo>
                    <a:lnTo>
                      <a:pt x="1046" y="154"/>
                    </a:lnTo>
                    <a:lnTo>
                      <a:pt x="1043" y="174"/>
                    </a:lnTo>
                    <a:lnTo>
                      <a:pt x="1046" y="194"/>
                    </a:lnTo>
                    <a:lnTo>
                      <a:pt x="1053" y="211"/>
                    </a:lnTo>
                    <a:lnTo>
                      <a:pt x="1065" y="226"/>
                    </a:lnTo>
                    <a:lnTo>
                      <a:pt x="1080" y="238"/>
                    </a:lnTo>
                    <a:lnTo>
                      <a:pt x="1098" y="245"/>
                    </a:lnTo>
                    <a:lnTo>
                      <a:pt x="1118" y="248"/>
                    </a:lnTo>
                    <a:lnTo>
                      <a:pt x="1138" y="245"/>
                    </a:lnTo>
                    <a:lnTo>
                      <a:pt x="1156" y="238"/>
                    </a:lnTo>
                    <a:lnTo>
                      <a:pt x="1170" y="226"/>
                    </a:lnTo>
                    <a:lnTo>
                      <a:pt x="1182" y="211"/>
                    </a:lnTo>
                    <a:lnTo>
                      <a:pt x="1189" y="194"/>
                    </a:lnTo>
                    <a:lnTo>
                      <a:pt x="1193" y="174"/>
                    </a:lnTo>
                    <a:lnTo>
                      <a:pt x="1189" y="154"/>
                    </a:lnTo>
                    <a:lnTo>
                      <a:pt x="1182" y="136"/>
                    </a:lnTo>
                    <a:lnTo>
                      <a:pt x="1170" y="121"/>
                    </a:lnTo>
                    <a:lnTo>
                      <a:pt x="1156" y="109"/>
                    </a:lnTo>
                    <a:lnTo>
                      <a:pt x="1138" y="102"/>
                    </a:lnTo>
                    <a:lnTo>
                      <a:pt x="1118" y="99"/>
                    </a:lnTo>
                    <a:close/>
                    <a:moveTo>
                      <a:pt x="1116" y="0"/>
                    </a:moveTo>
                    <a:lnTo>
                      <a:pt x="1120" y="0"/>
                    </a:lnTo>
                    <a:lnTo>
                      <a:pt x="1150" y="3"/>
                    </a:lnTo>
                    <a:lnTo>
                      <a:pt x="1180" y="11"/>
                    </a:lnTo>
                    <a:lnTo>
                      <a:pt x="1206" y="23"/>
                    </a:lnTo>
                    <a:lnTo>
                      <a:pt x="1230" y="40"/>
                    </a:lnTo>
                    <a:lnTo>
                      <a:pt x="1252" y="61"/>
                    </a:lnTo>
                    <a:lnTo>
                      <a:pt x="1268" y="85"/>
                    </a:lnTo>
                    <a:lnTo>
                      <a:pt x="1281" y="112"/>
                    </a:lnTo>
                    <a:lnTo>
                      <a:pt x="1288" y="141"/>
                    </a:lnTo>
                    <a:lnTo>
                      <a:pt x="1292" y="171"/>
                    </a:lnTo>
                    <a:lnTo>
                      <a:pt x="1292" y="174"/>
                    </a:lnTo>
                    <a:lnTo>
                      <a:pt x="1294" y="194"/>
                    </a:lnTo>
                    <a:lnTo>
                      <a:pt x="1302" y="211"/>
                    </a:lnTo>
                    <a:lnTo>
                      <a:pt x="1314" y="226"/>
                    </a:lnTo>
                    <a:lnTo>
                      <a:pt x="1328" y="238"/>
                    </a:lnTo>
                    <a:lnTo>
                      <a:pt x="1345" y="245"/>
                    </a:lnTo>
                    <a:lnTo>
                      <a:pt x="1365" y="248"/>
                    </a:lnTo>
                    <a:lnTo>
                      <a:pt x="1442" y="248"/>
                    </a:lnTo>
                    <a:lnTo>
                      <a:pt x="1472" y="251"/>
                    </a:lnTo>
                    <a:lnTo>
                      <a:pt x="1499" y="260"/>
                    </a:lnTo>
                    <a:lnTo>
                      <a:pt x="1524" y="274"/>
                    </a:lnTo>
                    <a:lnTo>
                      <a:pt x="1547" y="291"/>
                    </a:lnTo>
                    <a:lnTo>
                      <a:pt x="1564" y="312"/>
                    </a:lnTo>
                    <a:lnTo>
                      <a:pt x="1578" y="338"/>
                    </a:lnTo>
                    <a:lnTo>
                      <a:pt x="1587" y="366"/>
                    </a:lnTo>
                    <a:lnTo>
                      <a:pt x="1590" y="396"/>
                    </a:lnTo>
                    <a:lnTo>
                      <a:pt x="1590" y="399"/>
                    </a:lnTo>
                    <a:lnTo>
                      <a:pt x="1587" y="428"/>
                    </a:lnTo>
                    <a:lnTo>
                      <a:pt x="1578" y="456"/>
                    </a:lnTo>
                    <a:lnTo>
                      <a:pt x="1564" y="481"/>
                    </a:lnTo>
                    <a:lnTo>
                      <a:pt x="1547" y="503"/>
                    </a:lnTo>
                    <a:lnTo>
                      <a:pt x="1524" y="521"/>
                    </a:lnTo>
                    <a:lnTo>
                      <a:pt x="1499" y="534"/>
                    </a:lnTo>
                    <a:lnTo>
                      <a:pt x="1472" y="543"/>
                    </a:lnTo>
                    <a:lnTo>
                      <a:pt x="1442" y="546"/>
                    </a:lnTo>
                    <a:lnTo>
                      <a:pt x="793" y="546"/>
                    </a:lnTo>
                    <a:lnTo>
                      <a:pt x="764" y="543"/>
                    </a:lnTo>
                    <a:lnTo>
                      <a:pt x="736" y="534"/>
                    </a:lnTo>
                    <a:lnTo>
                      <a:pt x="711" y="521"/>
                    </a:lnTo>
                    <a:lnTo>
                      <a:pt x="689" y="503"/>
                    </a:lnTo>
                    <a:lnTo>
                      <a:pt x="671" y="481"/>
                    </a:lnTo>
                    <a:lnTo>
                      <a:pt x="657" y="456"/>
                    </a:lnTo>
                    <a:lnTo>
                      <a:pt x="649" y="428"/>
                    </a:lnTo>
                    <a:lnTo>
                      <a:pt x="646" y="399"/>
                    </a:lnTo>
                    <a:lnTo>
                      <a:pt x="646" y="396"/>
                    </a:lnTo>
                    <a:lnTo>
                      <a:pt x="649" y="366"/>
                    </a:lnTo>
                    <a:lnTo>
                      <a:pt x="657" y="338"/>
                    </a:lnTo>
                    <a:lnTo>
                      <a:pt x="671" y="312"/>
                    </a:lnTo>
                    <a:lnTo>
                      <a:pt x="689" y="291"/>
                    </a:lnTo>
                    <a:lnTo>
                      <a:pt x="711" y="274"/>
                    </a:lnTo>
                    <a:lnTo>
                      <a:pt x="736" y="260"/>
                    </a:lnTo>
                    <a:lnTo>
                      <a:pt x="764" y="251"/>
                    </a:lnTo>
                    <a:lnTo>
                      <a:pt x="793" y="248"/>
                    </a:lnTo>
                    <a:lnTo>
                      <a:pt x="870" y="248"/>
                    </a:lnTo>
                    <a:lnTo>
                      <a:pt x="889" y="245"/>
                    </a:lnTo>
                    <a:lnTo>
                      <a:pt x="907" y="238"/>
                    </a:lnTo>
                    <a:lnTo>
                      <a:pt x="922" y="226"/>
                    </a:lnTo>
                    <a:lnTo>
                      <a:pt x="933" y="211"/>
                    </a:lnTo>
                    <a:lnTo>
                      <a:pt x="941" y="194"/>
                    </a:lnTo>
                    <a:lnTo>
                      <a:pt x="944" y="174"/>
                    </a:lnTo>
                    <a:lnTo>
                      <a:pt x="944" y="171"/>
                    </a:lnTo>
                    <a:lnTo>
                      <a:pt x="947" y="141"/>
                    </a:lnTo>
                    <a:lnTo>
                      <a:pt x="954" y="112"/>
                    </a:lnTo>
                    <a:lnTo>
                      <a:pt x="967" y="85"/>
                    </a:lnTo>
                    <a:lnTo>
                      <a:pt x="984" y="61"/>
                    </a:lnTo>
                    <a:lnTo>
                      <a:pt x="1005" y="40"/>
                    </a:lnTo>
                    <a:lnTo>
                      <a:pt x="1029" y="23"/>
                    </a:lnTo>
                    <a:lnTo>
                      <a:pt x="1056" y="11"/>
                    </a:lnTo>
                    <a:lnTo>
                      <a:pt x="1085" y="3"/>
                    </a:lnTo>
                    <a:lnTo>
                      <a:pt x="1116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62" name="직사각형 61"/>
            <p:cNvSpPr/>
            <p:nvPr/>
          </p:nvSpPr>
          <p:spPr>
            <a:xfrm>
              <a:off x="1422959" y="5370547"/>
              <a:ext cx="1031052" cy="5078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pc="-150" dirty="0">
                  <a:latin typeface="+mn-ea"/>
                </a:rPr>
                <a:t>교육안내</a:t>
              </a:r>
              <a:endParaRPr lang="en-US" altLang="ko-KR" spc="-150" dirty="0">
                <a:latin typeface="+mn-ea"/>
              </a:endParaRPr>
            </a:p>
          </p:txBody>
        </p:sp>
      </p:grpSp>
      <p:sp>
        <p:nvSpPr>
          <p:cNvPr id="452" name="직사각형 451"/>
          <p:cNvSpPr/>
          <p:nvPr/>
        </p:nvSpPr>
        <p:spPr>
          <a:xfrm>
            <a:off x="2339177" y="5125817"/>
            <a:ext cx="3655168" cy="1989712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3F3C57"/>
                </a:solidFill>
                <a:latin typeface="+mn-ea"/>
              </a:rPr>
              <a:t>교육 일정</a:t>
            </a:r>
            <a:r>
              <a:rPr lang="en-US" altLang="ko-KR" sz="1400" dirty="0">
                <a:solidFill>
                  <a:srgbClr val="3F3C57"/>
                </a:solidFill>
                <a:latin typeface="+mn-ea"/>
              </a:rPr>
              <a:t>: 202</a:t>
            </a:r>
            <a:r>
              <a:rPr lang="ko-KR" altLang="en-US" sz="1400" dirty="0">
                <a:solidFill>
                  <a:srgbClr val="3F3C57"/>
                </a:solidFill>
                <a:latin typeface="+mn-ea"/>
              </a:rPr>
              <a:t>년 월 일</a:t>
            </a:r>
            <a:r>
              <a:rPr lang="en-US" altLang="ko-KR" sz="1400" dirty="0">
                <a:solidFill>
                  <a:srgbClr val="3F3C57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rgbClr val="3F3C57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3F3C57"/>
                </a:solidFill>
                <a:latin typeface="+mn-ea"/>
              </a:rPr>
              <a:t>) </a:t>
            </a:r>
            <a:r>
              <a:rPr lang="ko-KR" altLang="en-US" sz="1400" dirty="0">
                <a:solidFill>
                  <a:srgbClr val="3F3C57"/>
                </a:solidFill>
                <a:latin typeface="+mn-ea"/>
              </a:rPr>
              <a:t>일</a:t>
            </a:r>
            <a:r>
              <a:rPr lang="en-US" altLang="ko-KR" sz="1400" dirty="0">
                <a:solidFill>
                  <a:srgbClr val="3F3C57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rgbClr val="3F3C57"/>
                </a:solidFill>
                <a:latin typeface="+mn-ea"/>
              </a:rPr>
              <a:t>  </a:t>
            </a:r>
            <a:r>
              <a:rPr lang="en-US" altLang="ko-KR" sz="1400" dirty="0">
                <a:solidFill>
                  <a:srgbClr val="3F3C57"/>
                </a:solidFill>
                <a:latin typeface="+mn-ea"/>
              </a:rPr>
              <a:t>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3F3C57"/>
                </a:solidFill>
                <a:latin typeface="+mn-ea"/>
              </a:rPr>
              <a:t>교육시간 </a:t>
            </a:r>
            <a:r>
              <a:rPr lang="ko-KR" altLang="en-US" sz="1400" b="1" dirty="0">
                <a:solidFill>
                  <a:srgbClr val="3F3C57"/>
                </a:solidFill>
                <a:latin typeface="+mn-ea"/>
              </a:rPr>
              <a:t>┃ </a:t>
            </a:r>
            <a:r>
              <a:rPr lang="en-US" altLang="ko-KR" sz="1400" dirty="0">
                <a:solidFill>
                  <a:srgbClr val="3F3C57"/>
                </a:solidFill>
                <a:latin typeface="+mn-ea"/>
              </a:rPr>
              <a:t>2DAYS, 12HR</a:t>
            </a:r>
            <a:r>
              <a:rPr lang="ko-KR" altLang="en-US" sz="1400" dirty="0">
                <a:solidFill>
                  <a:srgbClr val="3F3C57"/>
                </a:solidFill>
                <a:latin typeface="+mn-ea"/>
              </a:rPr>
              <a:t>  </a:t>
            </a:r>
            <a:endParaRPr lang="en-US" altLang="ko-KR" sz="1400" dirty="0">
              <a:solidFill>
                <a:srgbClr val="3F3C57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rgbClr val="3F3C57"/>
                </a:solidFill>
                <a:latin typeface="+mn-ea"/>
              </a:rPr>
              <a:t>                   </a:t>
            </a:r>
            <a:r>
              <a:rPr lang="en-US" altLang="ko-KR" sz="1400" dirty="0">
                <a:latin typeface="+mn-ea"/>
              </a:rPr>
              <a:t>13:00 ~ 18:00 (6</a:t>
            </a:r>
            <a:r>
              <a:rPr lang="ko-KR" altLang="ko-KR" sz="1400" dirty="0">
                <a:latin typeface="+mn-ea"/>
              </a:rPr>
              <a:t>시간</a:t>
            </a:r>
            <a:r>
              <a:rPr lang="en-US" altLang="ko-KR" sz="1400" dirty="0">
                <a:latin typeface="+mn-ea"/>
              </a:rPr>
              <a:t>/1</a:t>
            </a:r>
            <a:r>
              <a:rPr lang="ko-KR" altLang="ko-KR" sz="1400" dirty="0">
                <a:latin typeface="+mn-ea"/>
              </a:rPr>
              <a:t>일</a:t>
            </a:r>
            <a:r>
              <a:rPr lang="en-US" altLang="ko-KR" sz="1400" dirty="0"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sz="1400" dirty="0"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3F3C57"/>
                </a:solidFill>
                <a:latin typeface="+mn-ea"/>
              </a:rPr>
              <a:t>교육장소 </a:t>
            </a:r>
            <a:r>
              <a:rPr lang="en-US" altLang="ko-KR" sz="1400" dirty="0">
                <a:solidFill>
                  <a:srgbClr val="3F3C57"/>
                </a:solidFill>
                <a:latin typeface="+mn-ea"/>
              </a:rPr>
              <a:t>:</a:t>
            </a:r>
            <a:r>
              <a:rPr lang="ko-KR" altLang="en-US" sz="1400" dirty="0">
                <a:solidFill>
                  <a:srgbClr val="3F3C57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3F3C57"/>
                </a:solidFill>
                <a:latin typeface="+mn-ea"/>
              </a:rPr>
              <a:t>CMK</a:t>
            </a:r>
            <a:r>
              <a:rPr lang="ko-KR" altLang="en-US" sz="1400" dirty="0" err="1">
                <a:solidFill>
                  <a:srgbClr val="3F3C57"/>
                </a:solidFill>
                <a:latin typeface="+mn-ea"/>
              </a:rPr>
              <a:t>이미지코리아</a:t>
            </a:r>
            <a:r>
              <a:rPr lang="ko-KR" altLang="en-US" sz="1400" dirty="0">
                <a:solidFill>
                  <a:srgbClr val="3F3C57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3F3C57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rgbClr val="3F3C57"/>
                </a:solidFill>
                <a:latin typeface="+mn-ea"/>
              </a:rPr>
              <a:t>서울 경기</a:t>
            </a:r>
            <a:r>
              <a:rPr lang="en-US" altLang="ko-KR" sz="1400" dirty="0">
                <a:solidFill>
                  <a:srgbClr val="3F3C57"/>
                </a:solidFill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rgbClr val="3F3C57"/>
                </a:solidFill>
                <a:latin typeface="+mn-ea"/>
              </a:rPr>
              <a:t> </a:t>
            </a:r>
            <a:endParaRPr lang="en-US" altLang="ko-KR" sz="1400" dirty="0">
              <a:solidFill>
                <a:srgbClr val="3F3C57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93354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509726" y="4198296"/>
            <a:ext cx="1705916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/>
              <a:t>조 미경</a:t>
            </a:r>
            <a:endParaRPr lang="en-US" altLang="ko-KR" sz="1500" b="1" dirty="0"/>
          </a:p>
          <a:p>
            <a:r>
              <a:rPr lang="en-US" altLang="ko-KR" sz="1500" dirty="0"/>
              <a:t>CMK</a:t>
            </a:r>
            <a:r>
              <a:rPr lang="ko-KR" altLang="en-US" sz="1500" dirty="0"/>
              <a:t>이미지코리아</a:t>
            </a:r>
            <a:endParaRPr lang="en-US" altLang="ko-KR" sz="1500" dirty="0"/>
          </a:p>
          <a:p>
            <a:r>
              <a:rPr lang="ko-KR" altLang="en-US" sz="1500" dirty="0"/>
              <a:t>대표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-16690" y="-9573"/>
            <a:ext cx="6874690" cy="9915570"/>
            <a:chOff x="-16690" y="-9573"/>
            <a:chExt cx="6874690" cy="9915570"/>
          </a:xfr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grpSpPr>
        <p:sp>
          <p:nvSpPr>
            <p:cNvPr id="32" name="직사각형 31"/>
            <p:cNvSpPr/>
            <p:nvPr/>
          </p:nvSpPr>
          <p:spPr>
            <a:xfrm rot="10800000">
              <a:off x="0" y="9449004"/>
              <a:ext cx="6858000" cy="36000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 dirty="0">
                <a:solidFill>
                  <a:schemeClr val="bg1"/>
                </a:solidFill>
                <a:latin typeface="청소년서체" panose="02020603020101020101" pitchFamily="18" charset="-127"/>
                <a:ea typeface="청소년서체" panose="02020603020101020101" pitchFamily="18" charset="-127"/>
              </a:endParaRPr>
            </a:p>
          </p:txBody>
        </p:sp>
        <p:sp>
          <p:nvSpPr>
            <p:cNvPr id="97" name="직사각형 96"/>
            <p:cNvSpPr/>
            <p:nvPr/>
          </p:nvSpPr>
          <p:spPr>
            <a:xfrm rot="5400000">
              <a:off x="-4764916" y="4927104"/>
              <a:ext cx="9892931" cy="45719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 dirty="0">
                <a:solidFill>
                  <a:schemeClr val="bg1"/>
                </a:solidFill>
                <a:latin typeface="청소년서체" panose="02020603020101020101" pitchFamily="18" charset="-127"/>
                <a:ea typeface="청소년서체" panose="02020603020101020101" pitchFamily="18" charset="-127"/>
              </a:endParaRPr>
            </a:p>
          </p:txBody>
        </p:sp>
        <p:sp>
          <p:nvSpPr>
            <p:cNvPr id="96" name="직사각형 95"/>
            <p:cNvSpPr/>
            <p:nvPr/>
          </p:nvSpPr>
          <p:spPr>
            <a:xfrm rot="16200000">
              <a:off x="-4897691" y="4871428"/>
              <a:ext cx="9906002" cy="144000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ko-KR" sz="1400" dirty="0">
                <a:solidFill>
                  <a:prstClr val="white"/>
                </a:solidFill>
                <a:latin typeface="정부상징 부처명_16040911" panose="02020503020101020101" pitchFamily="18" charset="-127"/>
                <a:ea typeface="정부상징 부처명_16040911" panose="02020503020101020101" pitchFamily="18" charset="-127"/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0" y="9521370"/>
              <a:ext cx="6858000" cy="384627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solidFill>
                  <a:schemeClr val="bg1"/>
                </a:solidFill>
                <a:latin typeface="정부상징 부처명_16040911" panose="02020503020101020101" pitchFamily="18" charset="-127"/>
                <a:ea typeface="정부상징 부처명_16040911" panose="02020503020101020101" pitchFamily="18" charset="-127"/>
              </a:endParaRP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723292" y="437703"/>
            <a:ext cx="180000" cy="180000"/>
            <a:chOff x="723292" y="437703"/>
            <a:chExt cx="180000" cy="180000"/>
          </a:xfrm>
        </p:grpSpPr>
        <p:cxnSp>
          <p:nvCxnSpPr>
            <p:cNvPr id="8" name="직선 연결선 7"/>
            <p:cNvCxnSpPr/>
            <p:nvPr/>
          </p:nvCxnSpPr>
          <p:spPr>
            <a:xfrm>
              <a:off x="723292" y="527702"/>
              <a:ext cx="180000" cy="0"/>
            </a:xfrm>
            <a:prstGeom prst="line">
              <a:avLst/>
            </a:prstGeom>
            <a:ln w="28575">
              <a:solidFill>
                <a:srgbClr val="3F3C5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연결선 62"/>
            <p:cNvCxnSpPr/>
            <p:nvPr/>
          </p:nvCxnSpPr>
          <p:spPr>
            <a:xfrm rot="16200000">
              <a:off x="723292" y="527703"/>
              <a:ext cx="180000" cy="0"/>
            </a:xfrm>
            <a:prstGeom prst="line">
              <a:avLst/>
            </a:prstGeom>
            <a:ln w="28575">
              <a:solidFill>
                <a:srgbClr val="3F3C5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/>
          <p:cNvSpPr txBox="1"/>
          <p:nvPr/>
        </p:nvSpPr>
        <p:spPr>
          <a:xfrm>
            <a:off x="5027821" y="431212"/>
            <a:ext cx="16898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spc="-150" dirty="0">
                <a:latin typeface="+mn-ea"/>
              </a:rPr>
              <a:t>1. </a:t>
            </a:r>
            <a:r>
              <a:rPr lang="ko-KR" altLang="en-US" sz="2000" b="1" spc="-150" dirty="0">
                <a:latin typeface="+mn-ea"/>
              </a:rPr>
              <a:t>강사 프로필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167" y="1053875"/>
            <a:ext cx="14093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spc="-150" dirty="0">
                <a:latin typeface="+mn-ea"/>
              </a:rPr>
              <a:t>CEO</a:t>
            </a:r>
            <a:r>
              <a:rPr lang="ko-KR" altLang="en-US" sz="2000" b="1" spc="-150" dirty="0">
                <a:latin typeface="+mn-ea"/>
              </a:rPr>
              <a:t> 프로필</a:t>
            </a:r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49D28833-39F6-4FAF-BE11-74377C9F5E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4701108"/>
              </p:ext>
            </p:extLst>
          </p:nvPr>
        </p:nvGraphicFramePr>
        <p:xfrm>
          <a:off x="2277287" y="1836731"/>
          <a:ext cx="4356593" cy="7323542"/>
        </p:xfrm>
        <a:graphic>
          <a:graphicData uri="http://schemas.openxmlformats.org/drawingml/2006/table">
            <a:tbl>
              <a:tblPr firstRow="1" bandRow="1"/>
              <a:tblGrid>
                <a:gridCol w="590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5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303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11662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학력</a:t>
                      </a:r>
                    </a:p>
                  </a:txBody>
                  <a:tcPr marL="58435" marR="58435" marT="60960" marB="6096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eaLnBrk="1" hangingPunct="1"/>
                      <a:r>
                        <a:rPr lang="ko-KR" altLang="ko-KR" sz="900" b="0" dirty="0" err="1">
                          <a:latin typeface="+mn-ea"/>
                          <a:ea typeface="+mn-ea"/>
                        </a:rPr>
                        <a:t>ㆍ</a:t>
                      </a:r>
                      <a:r>
                        <a:rPr lang="ko-KR" altLang="en-US" sz="900" b="0" dirty="0" err="1">
                          <a:latin typeface="+mn-ea"/>
                          <a:ea typeface="+mn-ea"/>
                        </a:rPr>
                        <a:t>교육학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 박사</a:t>
                      </a:r>
                      <a:endParaRPr lang="en-US" altLang="ko-KR" sz="900" b="0" dirty="0">
                        <a:latin typeface="+mn-ea"/>
                        <a:ea typeface="+mn-ea"/>
                      </a:endParaRPr>
                    </a:p>
                    <a:p>
                      <a:pPr eaLnBrk="1" hangingPunct="1"/>
                      <a:r>
                        <a:rPr lang="ko-KR" altLang="ko-KR" sz="900" b="0" dirty="0" err="1">
                          <a:latin typeface="+mn-ea"/>
                          <a:ea typeface="+mn-ea"/>
                        </a:rPr>
                        <a:t>ㆍ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AICI</a:t>
                      </a:r>
                      <a:r>
                        <a:rPr lang="ko-KR" altLang="en-US" sz="900" b="0" dirty="0" err="1">
                          <a:latin typeface="+mn-ea"/>
                          <a:ea typeface="+mn-ea"/>
                        </a:rPr>
                        <a:t>국제이미지컨설던트협회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b="0" dirty="0" err="1">
                          <a:latin typeface="+mn-ea"/>
                          <a:ea typeface="+mn-ea"/>
                        </a:rPr>
                        <a:t>서울챕터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 명예 회장</a:t>
                      </a:r>
                      <a:endParaRPr lang="en-US" altLang="ko-KR" sz="900" b="0" dirty="0">
                        <a:latin typeface="+mn-ea"/>
                        <a:ea typeface="+mn-ea"/>
                      </a:endParaRPr>
                    </a:p>
                    <a:p>
                      <a:pPr eaLnBrk="1" hangingPunct="1"/>
                      <a:r>
                        <a:rPr lang="ko-KR" altLang="en-US" sz="900" b="0" dirty="0" err="1">
                          <a:latin typeface="+mn-ea"/>
                          <a:ea typeface="+mn-ea"/>
                        </a:rPr>
                        <a:t>ㆍ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일본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) Shu </a:t>
                      </a:r>
                      <a:r>
                        <a:rPr lang="en-US" altLang="ko-KR" sz="900" b="0" dirty="0" err="1">
                          <a:latin typeface="+mn-ea"/>
                          <a:ea typeface="+mn-ea"/>
                        </a:rPr>
                        <a:t>Uemura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 Beauty College 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수료 </a:t>
                      </a:r>
                      <a:endParaRPr lang="en-US" altLang="ko-KR" sz="900" b="0" dirty="0">
                        <a:latin typeface="+mn-ea"/>
                        <a:ea typeface="+mn-ea"/>
                      </a:endParaRPr>
                    </a:p>
                    <a:p>
                      <a:pPr eaLnBrk="1" hangingPunct="1"/>
                      <a:r>
                        <a:rPr lang="ko-KR" altLang="en-US" sz="900" b="0" dirty="0" err="1">
                          <a:latin typeface="+mn-ea"/>
                          <a:ea typeface="+mn-ea"/>
                        </a:rPr>
                        <a:t>ㆍ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프랑스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)Jean </a:t>
                      </a:r>
                      <a:r>
                        <a:rPr lang="en-US" altLang="ko-KR" sz="900" b="0" dirty="0" err="1">
                          <a:latin typeface="+mn-ea"/>
                          <a:ea typeface="+mn-ea"/>
                        </a:rPr>
                        <a:t>Perre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900" b="0" dirty="0" err="1">
                          <a:latin typeface="+mn-ea"/>
                          <a:ea typeface="+mn-ea"/>
                        </a:rPr>
                        <a:t>Fleurimon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 Make-Up School 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연수</a:t>
                      </a:r>
                      <a:endParaRPr lang="en-US" altLang="ko-KR" sz="900" b="0" dirty="0">
                        <a:latin typeface="+mn-ea"/>
                        <a:ea typeface="+mn-ea"/>
                      </a:endParaRPr>
                    </a:p>
                  </a:txBody>
                  <a:tcPr marL="83077" marR="83077" marT="46800" marB="46800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022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11662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경력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58435" marR="58435" marT="60960" marB="6096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eaLnBrk="1" hangingPunct="1">
                        <a:lnSpc>
                          <a:spcPct val="100000"/>
                        </a:lnSpc>
                      </a:pPr>
                      <a:endParaRPr lang="en-US" altLang="ko-KR" sz="900" b="0" dirty="0">
                        <a:latin typeface="+mn-ea"/>
                        <a:ea typeface="+mn-ea"/>
                      </a:endParaRPr>
                    </a:p>
                    <a:p>
                      <a:pPr eaLnBrk="1" hangingPunct="1">
                        <a:lnSpc>
                          <a:spcPct val="100000"/>
                        </a:lnSpc>
                      </a:pP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한성대학교 예술대학원 뷰티예술학부 </a:t>
                      </a:r>
                      <a:r>
                        <a:rPr lang="ko-KR" altLang="en-US" sz="900" b="0" dirty="0" err="1">
                          <a:latin typeface="+mn-ea"/>
                          <a:ea typeface="+mn-ea"/>
                        </a:rPr>
                        <a:t>외래교수뷰티디자인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 학회 산학협력 운영위원장</a:t>
                      </a:r>
                      <a:endParaRPr lang="en-US" altLang="ko-KR" sz="900" b="0" dirty="0">
                        <a:latin typeface="+mn-ea"/>
                        <a:ea typeface="+mn-ea"/>
                      </a:endParaRPr>
                    </a:p>
                    <a:p>
                      <a:pPr eaLnBrk="1" hangingPunct="1">
                        <a:lnSpc>
                          <a:spcPct val="100000"/>
                        </a:lnSpc>
                      </a:pPr>
                      <a:endParaRPr lang="en-US" altLang="ko-KR" sz="900" b="0" dirty="0">
                        <a:latin typeface="+mn-ea"/>
                        <a:ea typeface="+mn-ea"/>
                      </a:endParaRPr>
                    </a:p>
                    <a:p>
                      <a:pPr eaLnBrk="1" hangingPunct="1">
                        <a:lnSpc>
                          <a:spcPct val="100000"/>
                        </a:lnSpc>
                      </a:pPr>
                      <a:r>
                        <a:rPr lang="ko-KR" altLang="en-US" sz="900" b="0" dirty="0" err="1">
                          <a:latin typeface="+mn-ea"/>
                          <a:ea typeface="+mn-ea"/>
                        </a:rPr>
                        <a:t>ㆍ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LVMH 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그룹 겔랑 </a:t>
                      </a:r>
                      <a:r>
                        <a:rPr lang="ko-KR" altLang="en-US" sz="900" b="0" dirty="0" err="1">
                          <a:latin typeface="+mn-ea"/>
                          <a:ea typeface="+mn-ea"/>
                        </a:rPr>
                        <a:t>코스메틱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 임원</a:t>
                      </a:r>
                      <a:endParaRPr lang="en-US" altLang="ko-KR" sz="900" b="0" dirty="0">
                        <a:latin typeface="+mn-ea"/>
                        <a:ea typeface="+mn-ea"/>
                      </a:endParaRPr>
                    </a:p>
                    <a:p>
                      <a:pPr eaLnBrk="1" hangingPunct="1">
                        <a:lnSpc>
                          <a:spcPct val="100000"/>
                        </a:lnSpc>
                      </a:pPr>
                      <a:r>
                        <a:rPr lang="ko-KR" altLang="ko-KR" sz="900" b="0" dirty="0" err="1">
                          <a:latin typeface="+mn-ea"/>
                          <a:ea typeface="+mn-ea"/>
                        </a:rPr>
                        <a:t>ㆍ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SBS 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美 </a:t>
                      </a:r>
                      <a:r>
                        <a:rPr lang="ko-KR" altLang="en-US" sz="900" b="0" dirty="0" err="1">
                          <a:latin typeface="+mn-ea"/>
                          <a:ea typeface="+mn-ea"/>
                        </a:rPr>
                        <a:t>뷰티아카데미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 대표원장</a:t>
                      </a:r>
                      <a:endParaRPr lang="en-US" altLang="ko-KR" sz="900" b="0" dirty="0">
                        <a:latin typeface="+mn-ea"/>
                        <a:ea typeface="+mn-ea"/>
                      </a:endParaRPr>
                    </a:p>
                    <a:p>
                      <a:pPr eaLnBrk="1" hangingPunct="1">
                        <a:lnSpc>
                          <a:spcPct val="100000"/>
                        </a:lnSpc>
                      </a:pPr>
                      <a:r>
                        <a:rPr lang="ko-KR" altLang="ko-KR" sz="900" b="0" dirty="0" err="1">
                          <a:latin typeface="+mn-ea"/>
                          <a:ea typeface="+mn-ea"/>
                        </a:rPr>
                        <a:t>ㆍ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㈜ </a:t>
                      </a:r>
                      <a:r>
                        <a:rPr lang="ko-KR" altLang="en-US" sz="900" b="0" dirty="0" err="1">
                          <a:latin typeface="+mn-ea"/>
                          <a:ea typeface="+mn-ea"/>
                        </a:rPr>
                        <a:t>아모레퍼시픽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 태평양 </a:t>
                      </a:r>
                      <a:r>
                        <a:rPr lang="ko-KR" altLang="en-US" sz="900" b="0" dirty="0" err="1">
                          <a:latin typeface="+mn-ea"/>
                          <a:ea typeface="+mn-ea"/>
                        </a:rPr>
                        <a:t>뷰티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 아카데미 창설 멤버</a:t>
                      </a:r>
                      <a:endParaRPr lang="en-US" altLang="ko-KR" sz="900" b="0" dirty="0">
                        <a:latin typeface="+mn-ea"/>
                        <a:ea typeface="+mn-ea"/>
                      </a:endParaRPr>
                    </a:p>
                    <a:p>
                      <a:pPr eaLnBrk="1" hangingPunct="1">
                        <a:lnSpc>
                          <a:spcPct val="100000"/>
                        </a:lnSpc>
                      </a:pPr>
                      <a:r>
                        <a:rPr lang="ko-KR" altLang="ko-KR" sz="900" b="0" dirty="0" err="1">
                          <a:latin typeface="+mn-ea"/>
                          <a:ea typeface="+mn-ea"/>
                        </a:rPr>
                        <a:t>ㆍ</a:t>
                      </a:r>
                      <a:r>
                        <a:rPr lang="ko-KR" altLang="en-US" sz="900" b="0" dirty="0" err="1">
                          <a:latin typeface="+mn-ea"/>
                          <a:ea typeface="+mn-ea"/>
                        </a:rPr>
                        <a:t>조선대학교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 영상디자인학부 겸임교수</a:t>
                      </a:r>
                      <a:endParaRPr lang="en-US" altLang="ko-KR" sz="900" b="0" dirty="0">
                        <a:latin typeface="+mn-ea"/>
                        <a:ea typeface="+mn-ea"/>
                      </a:endParaRPr>
                    </a:p>
                    <a:p>
                      <a:pPr eaLnBrk="1" hangingPunct="1">
                        <a:lnSpc>
                          <a:spcPct val="100000"/>
                        </a:lnSpc>
                      </a:pPr>
                      <a:r>
                        <a:rPr lang="ko-KR" altLang="ko-KR" sz="900" b="0" dirty="0" err="1">
                          <a:latin typeface="+mn-ea"/>
                          <a:ea typeface="+mn-ea"/>
                        </a:rPr>
                        <a:t>ㆍ</a:t>
                      </a:r>
                      <a:r>
                        <a:rPr lang="ko-KR" altLang="en-US" sz="900" b="0" dirty="0" err="1">
                          <a:latin typeface="+mn-ea"/>
                          <a:ea typeface="+mn-ea"/>
                        </a:rPr>
                        <a:t>문화체육관광부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 주최 </a:t>
                      </a:r>
                      <a:r>
                        <a:rPr lang="ko-KR" altLang="en-US" sz="900" b="0" dirty="0" err="1">
                          <a:latin typeface="+mn-ea"/>
                          <a:ea typeface="+mn-ea"/>
                        </a:rPr>
                        <a:t>각부처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 장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  <a:sym typeface="Wingdings" pitchFamily="2" charset="2"/>
                        </a:rPr>
                        <a:t>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차관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  <a:sym typeface="Wingdings" pitchFamily="2" charset="2"/>
                        </a:rPr>
                        <a:t>국장과장급 </a:t>
                      </a:r>
                      <a:endParaRPr lang="en-US" altLang="ko-KR" sz="900" b="0" dirty="0"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eaLnBrk="1" hangingPunct="1">
                        <a:lnSpc>
                          <a:spcPct val="100000"/>
                        </a:lnSpc>
                      </a:pPr>
                      <a:r>
                        <a:rPr lang="en-US" altLang="ko-KR" sz="900" b="0" dirty="0">
                          <a:latin typeface="+mn-ea"/>
                          <a:ea typeface="+mn-ea"/>
                          <a:sym typeface="Wingdings" pitchFamily="2" charset="2"/>
                        </a:rPr>
                        <a:t>   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미디어 트레이닝 진행</a:t>
                      </a:r>
                      <a:endParaRPr lang="en-US" altLang="ko-KR" sz="900" b="0" dirty="0">
                        <a:latin typeface="+mn-ea"/>
                        <a:ea typeface="+mn-ea"/>
                      </a:endParaRPr>
                    </a:p>
                    <a:p>
                      <a:pPr eaLnBrk="1" hangingPunct="1">
                        <a:lnSpc>
                          <a:spcPct val="100000"/>
                        </a:lnSpc>
                      </a:pPr>
                      <a:r>
                        <a:rPr lang="ko-KR" altLang="ko-KR" sz="900" b="0" dirty="0" err="1">
                          <a:latin typeface="+mn-ea"/>
                          <a:ea typeface="+mn-ea"/>
                        </a:rPr>
                        <a:t>ㆍ</a:t>
                      </a:r>
                      <a:r>
                        <a:rPr lang="ko-KR" altLang="en-US" sz="900" b="0" dirty="0" err="1">
                          <a:latin typeface="+mn-ea"/>
                          <a:ea typeface="+mn-ea"/>
                        </a:rPr>
                        <a:t>국무총리실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 장관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차관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국장급 개인 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PI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 컨설팅 진행</a:t>
                      </a:r>
                      <a:endParaRPr lang="en-US" altLang="ko-KR" sz="900" b="0" dirty="0">
                        <a:latin typeface="+mn-ea"/>
                        <a:ea typeface="+mn-ea"/>
                      </a:endParaRPr>
                    </a:p>
                    <a:p>
                      <a:pPr eaLnBrk="1" hangingPunct="1">
                        <a:lnSpc>
                          <a:spcPct val="100000"/>
                        </a:lnSpc>
                      </a:pPr>
                      <a:r>
                        <a:rPr lang="ko-KR" altLang="ko-KR" sz="900" b="0" dirty="0" err="1">
                          <a:latin typeface="+mn-ea"/>
                          <a:ea typeface="+mn-ea"/>
                        </a:rPr>
                        <a:t>ㆍ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SK 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그룹 임원 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PI 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진행</a:t>
                      </a:r>
                      <a:endParaRPr lang="en-US" altLang="ko-KR" sz="900" b="0" dirty="0">
                        <a:latin typeface="+mn-ea"/>
                        <a:ea typeface="+mn-ea"/>
                      </a:endParaRPr>
                    </a:p>
                    <a:p>
                      <a:pPr eaLnBrk="1" hangingPunct="1">
                        <a:lnSpc>
                          <a:spcPct val="100000"/>
                        </a:lnSpc>
                      </a:pPr>
                      <a:r>
                        <a:rPr lang="ko-KR" altLang="ko-KR" sz="900" b="0" dirty="0" err="1">
                          <a:latin typeface="+mn-ea"/>
                          <a:ea typeface="+mn-ea"/>
                        </a:rPr>
                        <a:t>ㆍ</a:t>
                      </a:r>
                      <a:r>
                        <a:rPr lang="ko-KR" altLang="en-US" sz="900" b="0" dirty="0" err="1">
                          <a:latin typeface="+mn-ea"/>
                          <a:ea typeface="+mn-ea"/>
                        </a:rPr>
                        <a:t>현대자동차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b="0" dirty="0" err="1">
                          <a:latin typeface="+mn-ea"/>
                          <a:ea typeface="+mn-ea"/>
                        </a:rPr>
                        <a:t>카마스터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 및 임직원 교육과 개인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PI 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진행</a:t>
                      </a:r>
                      <a:endParaRPr lang="en-US" altLang="ko-KR" sz="900" b="0" dirty="0">
                        <a:latin typeface="+mn-ea"/>
                        <a:ea typeface="+mn-ea"/>
                      </a:endParaRPr>
                    </a:p>
                    <a:p>
                      <a:pPr eaLnBrk="1" hangingPunct="1">
                        <a:lnSpc>
                          <a:spcPct val="100000"/>
                        </a:lnSpc>
                      </a:pPr>
                      <a:r>
                        <a:rPr lang="ko-KR" altLang="ko-KR" sz="900" b="0" dirty="0" err="1">
                          <a:latin typeface="+mn-ea"/>
                          <a:ea typeface="+mn-ea"/>
                        </a:rPr>
                        <a:t>ㆍ</a:t>
                      </a:r>
                      <a:r>
                        <a:rPr lang="ko-KR" altLang="en-US" sz="900" b="0" dirty="0" err="1">
                          <a:latin typeface="+mn-ea"/>
                          <a:ea typeface="+mn-ea"/>
                        </a:rPr>
                        <a:t>루이비통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dirty="0" err="1">
                          <a:latin typeface="+mn-ea"/>
                          <a:ea typeface="+mn-ea"/>
                        </a:rPr>
                        <a:t>마크제이콥스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dirty="0" err="1">
                          <a:latin typeface="+mn-ea"/>
                          <a:ea typeface="+mn-ea"/>
                        </a:rPr>
                        <a:t>크리스찬디올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, MCM</a:t>
                      </a:r>
                      <a:r>
                        <a:rPr lang="en-US" altLang="ko-KR" sz="900" b="0" baseline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b="0" baseline="0" dirty="0">
                          <a:latin typeface="+mn-ea"/>
                          <a:ea typeface="+mn-ea"/>
                        </a:rPr>
                        <a:t>등 명품 브랜드 강의 진행과 임원 개인</a:t>
                      </a:r>
                      <a:r>
                        <a:rPr lang="en-US" altLang="ko-KR" sz="900" b="0" baseline="0" dirty="0">
                          <a:latin typeface="+mn-ea"/>
                          <a:ea typeface="+mn-ea"/>
                        </a:rPr>
                        <a:t>PI </a:t>
                      </a:r>
                      <a:r>
                        <a:rPr lang="ko-KR" altLang="en-US" sz="900" b="0" baseline="0" dirty="0">
                          <a:latin typeface="+mn-ea"/>
                          <a:ea typeface="+mn-ea"/>
                        </a:rPr>
                        <a:t>진행</a:t>
                      </a:r>
                      <a:endParaRPr lang="en-US" altLang="ko-KR" sz="900" b="0" baseline="0" dirty="0">
                        <a:latin typeface="+mn-ea"/>
                        <a:ea typeface="+mn-ea"/>
                      </a:endParaRPr>
                    </a:p>
                    <a:p>
                      <a:pPr eaLnBrk="1" hangingPunct="1">
                        <a:lnSpc>
                          <a:spcPct val="100000"/>
                        </a:lnSpc>
                      </a:pPr>
                      <a:r>
                        <a:rPr lang="ko-KR" altLang="ko-KR" sz="900" b="0" dirty="0" err="1">
                          <a:latin typeface="+mn-ea"/>
                          <a:ea typeface="+mn-ea"/>
                        </a:rPr>
                        <a:t>ㆍ</a:t>
                      </a:r>
                      <a:r>
                        <a:rPr lang="ko-KR" altLang="en-US" sz="900" b="0" dirty="0" err="1">
                          <a:latin typeface="+mn-ea"/>
                          <a:ea typeface="+mn-ea"/>
                        </a:rPr>
                        <a:t>하나은행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dirty="0" err="1">
                          <a:latin typeface="+mn-ea"/>
                          <a:ea typeface="+mn-ea"/>
                        </a:rPr>
                        <a:t>신한은행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우리은행 책임자급 교육</a:t>
                      </a:r>
                      <a:r>
                        <a:rPr lang="ko-KR" altLang="en-US" sz="900" b="0" baseline="0" dirty="0">
                          <a:latin typeface="+mn-ea"/>
                          <a:ea typeface="+mn-ea"/>
                        </a:rPr>
                        <a:t> 및 </a:t>
                      </a:r>
                      <a:br>
                        <a:rPr lang="en-US" altLang="ko-KR" sz="900" b="0" baseline="0" dirty="0">
                          <a:latin typeface="+mn-ea"/>
                          <a:ea typeface="+mn-ea"/>
                        </a:rPr>
                      </a:br>
                      <a:r>
                        <a:rPr lang="en-US" altLang="ko-KR" sz="900" b="0" baseline="0" dirty="0">
                          <a:latin typeface="+mn-ea"/>
                          <a:ea typeface="+mn-ea"/>
                        </a:rPr>
                        <a:t>  </a:t>
                      </a:r>
                      <a:r>
                        <a:rPr lang="ko-KR" altLang="en-US" sz="900" b="0" baseline="0" dirty="0">
                          <a:latin typeface="+mn-ea"/>
                          <a:ea typeface="+mn-ea"/>
                        </a:rPr>
                        <a:t>임원진 개인 컨설팅 진행</a:t>
                      </a:r>
                      <a:endParaRPr lang="en-US" altLang="ko-KR" sz="900" b="0" dirty="0">
                        <a:latin typeface="+mn-ea"/>
                        <a:ea typeface="+mn-ea"/>
                      </a:endParaRPr>
                    </a:p>
                  </a:txBody>
                  <a:tcPr marL="83077" marR="83077" marT="46800" marB="46800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673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11662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교육이수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  <a:p>
                      <a:pPr marL="0" marR="0" indent="0" algn="ctr" defTabSz="11662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  <a:p>
                      <a:pPr marL="0" marR="0" indent="0" algn="ctr" defTabSz="11662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및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  <a:p>
                      <a:pPr marL="0" marR="0" indent="0" algn="ctr" defTabSz="11662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  <a:p>
                      <a:pPr marL="0" marR="0" indent="0" algn="ctr" defTabSz="11662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자격사항</a:t>
                      </a:r>
                    </a:p>
                  </a:txBody>
                  <a:tcPr marL="58435" marR="58435" marT="60960" marB="6096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eaLnBrk="1" hangingPunct="1"/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ㆍ(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) TASTE Image Scale</a:t>
                      </a:r>
                      <a:r>
                        <a:rPr lang="en-US" altLang="ko-KR" sz="900" b="0" baseline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과정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미국 일본 특허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71450" indent="-171450" ea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골격분석자격증 과정 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PCA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주최</a:t>
                      </a:r>
                      <a:endParaRPr lang="en-US" altLang="ko-KR" sz="900" b="0" dirty="0">
                        <a:latin typeface="+mn-ea"/>
                        <a:ea typeface="+mn-ea"/>
                      </a:endParaRPr>
                    </a:p>
                    <a:p>
                      <a:pPr eaLnBrk="1" hangingPunct="1"/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ㆍ(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) PERSONAL COLOR TEST 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과정 수료</a:t>
                      </a:r>
                    </a:p>
                    <a:p>
                      <a:pPr eaLnBrk="1" hangingPunct="1"/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ㆍ(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) DAKIKAWA ESTHETIC SCHOOL 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수료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) JECIKA NAIL ART 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연수</a:t>
                      </a:r>
                      <a:endParaRPr lang="en-US" altLang="ko-KR" sz="900" b="0" dirty="0">
                        <a:latin typeface="+mn-ea"/>
                        <a:ea typeface="+mn-ea"/>
                      </a:endParaRPr>
                    </a:p>
                    <a:p>
                      <a:pPr eaLnBrk="1" hangingPunct="1"/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ㆍ(</a:t>
                      </a:r>
                      <a:r>
                        <a:rPr lang="ko-KR" altLang="en-US" sz="900" b="0" dirty="0" err="1">
                          <a:latin typeface="+mn-ea"/>
                          <a:ea typeface="+mn-ea"/>
                        </a:rPr>
                        <a:t>프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) JEAN PERRE FLEURIMON MAKE-UP SCHOOL 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연수</a:t>
                      </a:r>
                    </a:p>
                    <a:p>
                      <a:pPr eaLnBrk="1" hangingPunct="1"/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ㆍ(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미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) JOE BRASCO 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미디어 메이크업 과정 수료</a:t>
                      </a:r>
                    </a:p>
                    <a:p>
                      <a:pPr eaLnBrk="1" hangingPunct="1"/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ㆍ(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독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) STAGE COLOR PERSONAL COLOR TEST 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과정 수료</a:t>
                      </a:r>
                    </a:p>
                    <a:p>
                      <a:pPr eaLnBrk="1" hangingPunct="1"/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ㆍ 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서강대학교 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MBTI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강사과정수료</a:t>
                      </a:r>
                    </a:p>
                    <a:p>
                      <a:pPr eaLnBrk="1" hangingPunct="1"/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ㆍ </a:t>
                      </a:r>
                      <a:r>
                        <a:rPr lang="ko-KR" altLang="en-US" sz="900" b="0" dirty="0" err="1">
                          <a:latin typeface="+mn-ea"/>
                          <a:ea typeface="+mn-ea"/>
                        </a:rPr>
                        <a:t>멕스웰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b="0" dirty="0" err="1">
                          <a:latin typeface="+mn-ea"/>
                          <a:ea typeface="+mn-ea"/>
                        </a:rPr>
                        <a:t>리더쉽과정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 일반과정 수료</a:t>
                      </a:r>
                    </a:p>
                    <a:p>
                      <a:pPr eaLnBrk="1" hangingPunct="1"/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ㆍ </a:t>
                      </a:r>
                      <a:r>
                        <a:rPr lang="ko-KR" altLang="en-US" sz="900" b="0" dirty="0" err="1">
                          <a:latin typeface="+mn-ea"/>
                          <a:ea typeface="+mn-ea"/>
                        </a:rPr>
                        <a:t>윌슨러닝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 코리아 </a:t>
                      </a:r>
                      <a:r>
                        <a:rPr lang="ko-KR" altLang="en-US" sz="900" b="0" dirty="0" err="1">
                          <a:latin typeface="+mn-ea"/>
                          <a:ea typeface="+mn-ea"/>
                        </a:rPr>
                        <a:t>프리젠테이션스킬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 수료</a:t>
                      </a:r>
                    </a:p>
                    <a:p>
                      <a:pPr eaLnBrk="1" hangingPunct="1"/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ㆍ 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한국유행색산업협회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한국산업디자인진흥원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문은배 색채디자인 연구소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한국컬러협회 컬러코디네이터 인증 </a:t>
                      </a:r>
                      <a:endParaRPr lang="en-US" altLang="ko-KR" sz="900" b="0" dirty="0">
                        <a:latin typeface="+mn-ea"/>
                        <a:ea typeface="+mn-ea"/>
                      </a:endParaRPr>
                    </a:p>
                    <a:p>
                      <a:pPr eaLnBrk="1" hangingPunct="1"/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ㆍ 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컬러리스트 자격증 취득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산업인력관리공단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83077" marR="83077" marT="46800" marB="46800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576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11662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강의분야</a:t>
                      </a:r>
                    </a:p>
                  </a:txBody>
                  <a:tcPr marL="58435" marR="58435" marT="60960" marB="6096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이미지메이킹</a:t>
                      </a: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900" b="0" i="0" u="none" strike="noStrike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altLang="en-US" sz="900" b="0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이미지 진단 및 분석</a:t>
                      </a:r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이미지 디스크</a:t>
                      </a:r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셀프</a:t>
                      </a:r>
                      <a:r>
                        <a:rPr lang="ko-KR" altLang="en-US" sz="900" b="0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이미지 설계</a:t>
                      </a:r>
                      <a:endParaRPr lang="en-US" altLang="ko-KR" sz="900" b="0" i="0" u="none" strike="noStrike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PI – APPEARANCE/BEHAVIOR/COMMUNICATION</a:t>
                      </a:r>
                      <a:endParaRPr lang="ko-KR" altLang="en-US" sz="900" b="0" i="0" u="none" strike="noStrike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퍼스널 컬러 이미지</a:t>
                      </a:r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메이크업</a:t>
                      </a:r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패션 </a:t>
                      </a:r>
                      <a:r>
                        <a:rPr lang="ko-KR" altLang="en-US" sz="900" b="0" i="0" u="none" strike="noStrike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코디네이션</a:t>
                      </a:r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서비스 마인드</a:t>
                      </a:r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비즈니스 매너</a:t>
                      </a:r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ko-KR" altLang="en-US" sz="900" b="0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바디랭귀지 스킬</a:t>
                      </a:r>
                      <a:endParaRPr lang="en-US" altLang="ko-KR" sz="900" b="0" i="0" u="none" strike="noStrike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3077" marR="83077" marT="46800" marB="46800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783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11662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저서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58435" marR="58435" marT="60960" marB="6096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eaLnBrk="1" hangingPunct="1"/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『 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자신감을 높여라 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』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  <a:p>
                      <a:pPr eaLnBrk="1" hangingPunct="1"/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『 </a:t>
                      </a:r>
                      <a:r>
                        <a:rPr lang="ko-KR" altLang="en-US" sz="900" b="0" dirty="0" err="1">
                          <a:latin typeface="+mn-ea"/>
                          <a:ea typeface="+mn-ea"/>
                        </a:rPr>
                        <a:t>프리젠테이션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b="0" dirty="0" err="1">
                          <a:latin typeface="+mn-ea"/>
                          <a:ea typeface="+mn-ea"/>
                        </a:rPr>
                        <a:t>코칭북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 』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  <a:p>
                      <a:pPr eaLnBrk="1" hangingPunct="1"/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『 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퍼스널 컬러리스트 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급 자격시험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 』</a:t>
                      </a:r>
                    </a:p>
                  </a:txBody>
                  <a:tcPr marL="83077" marR="83077" marT="46800" marB="46800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4" name="Picture 2" descr="C:\Users\win10\Desktop\신문광고\대표님 정면사진\DSC00352 사본.png">
            <a:extLst>
              <a:ext uri="{FF2B5EF4-FFF2-40B4-BE49-F238E27FC236}">
                <a16:creationId xmlns:a16="http://schemas.microsoft.com/office/drawing/2014/main" id="{829C0CA5-6AFC-46E8-A6FF-FA4F649EF6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62"/>
          <a:stretch/>
        </p:blipFill>
        <p:spPr bwMode="auto">
          <a:xfrm>
            <a:off x="363849" y="1864756"/>
            <a:ext cx="1869996" cy="2305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8700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0" y="-9570"/>
            <a:ext cx="6874690" cy="9915570"/>
            <a:chOff x="-16690" y="-9573"/>
            <a:chExt cx="6874690" cy="9915570"/>
          </a:xfr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grpSpPr>
        <p:sp>
          <p:nvSpPr>
            <p:cNvPr id="32" name="직사각형 31"/>
            <p:cNvSpPr/>
            <p:nvPr/>
          </p:nvSpPr>
          <p:spPr>
            <a:xfrm rot="10800000">
              <a:off x="0" y="9449004"/>
              <a:ext cx="6858000" cy="36000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 dirty="0">
                <a:solidFill>
                  <a:schemeClr val="bg1"/>
                </a:solidFill>
                <a:latin typeface="청소년서체" panose="02020603020101020101" pitchFamily="18" charset="-127"/>
                <a:ea typeface="청소년서체" panose="02020603020101020101" pitchFamily="18" charset="-127"/>
              </a:endParaRPr>
            </a:p>
          </p:txBody>
        </p:sp>
        <p:sp>
          <p:nvSpPr>
            <p:cNvPr id="97" name="직사각형 96"/>
            <p:cNvSpPr/>
            <p:nvPr/>
          </p:nvSpPr>
          <p:spPr>
            <a:xfrm rot="5400000">
              <a:off x="-4764916" y="4927104"/>
              <a:ext cx="9892931" cy="45719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 dirty="0">
                <a:solidFill>
                  <a:schemeClr val="bg1"/>
                </a:solidFill>
                <a:latin typeface="청소년서체" panose="02020603020101020101" pitchFamily="18" charset="-127"/>
                <a:ea typeface="청소년서체" panose="02020603020101020101" pitchFamily="18" charset="-127"/>
              </a:endParaRPr>
            </a:p>
          </p:txBody>
        </p:sp>
        <p:sp>
          <p:nvSpPr>
            <p:cNvPr id="96" name="직사각형 95"/>
            <p:cNvSpPr/>
            <p:nvPr/>
          </p:nvSpPr>
          <p:spPr>
            <a:xfrm rot="16200000">
              <a:off x="-4897691" y="4871428"/>
              <a:ext cx="9906002" cy="144000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ko-KR" sz="1400" dirty="0">
                <a:solidFill>
                  <a:prstClr val="white"/>
                </a:solidFill>
                <a:latin typeface="정부상징 부처명_16040911" panose="02020503020101020101" pitchFamily="18" charset="-127"/>
                <a:ea typeface="정부상징 부처명_16040911" panose="02020503020101020101" pitchFamily="18" charset="-127"/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0" y="9521370"/>
              <a:ext cx="6858000" cy="384627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solidFill>
                  <a:schemeClr val="bg1"/>
                </a:solidFill>
                <a:latin typeface="정부상징 부처명_16040911" panose="02020503020101020101" pitchFamily="18" charset="-127"/>
                <a:ea typeface="정부상징 부처명_16040911" panose="02020503020101020101" pitchFamily="18" charset="-127"/>
              </a:endParaRP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4936380" y="431212"/>
            <a:ext cx="16898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spc="-150" dirty="0">
                <a:latin typeface="+mn-ea"/>
              </a:rPr>
              <a:t>2. </a:t>
            </a:r>
            <a:r>
              <a:rPr lang="ko-KR" altLang="en-US" sz="2000" b="1" spc="-150" dirty="0">
                <a:latin typeface="+mn-ea"/>
              </a:rPr>
              <a:t>교육 시간표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AE65B72-CC06-8031-570E-3425CE8C455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78" y="1280591"/>
            <a:ext cx="6041823" cy="7550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402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-16690" y="-9573"/>
            <a:ext cx="6874690" cy="9915570"/>
            <a:chOff x="-16690" y="-9573"/>
            <a:chExt cx="6874690" cy="9915570"/>
          </a:xfr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grpSpPr>
        <p:sp>
          <p:nvSpPr>
            <p:cNvPr id="32" name="직사각형 31"/>
            <p:cNvSpPr/>
            <p:nvPr/>
          </p:nvSpPr>
          <p:spPr>
            <a:xfrm rot="10800000">
              <a:off x="0" y="9449004"/>
              <a:ext cx="6858000" cy="36000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 dirty="0">
                <a:solidFill>
                  <a:schemeClr val="bg1"/>
                </a:solidFill>
                <a:latin typeface="청소년서체" panose="02020603020101020101" pitchFamily="18" charset="-127"/>
                <a:ea typeface="청소년서체" panose="02020603020101020101" pitchFamily="18" charset="-127"/>
              </a:endParaRPr>
            </a:p>
          </p:txBody>
        </p:sp>
        <p:sp>
          <p:nvSpPr>
            <p:cNvPr id="97" name="직사각형 96"/>
            <p:cNvSpPr/>
            <p:nvPr/>
          </p:nvSpPr>
          <p:spPr>
            <a:xfrm rot="5400000">
              <a:off x="-4764916" y="4927104"/>
              <a:ext cx="9892931" cy="45719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 dirty="0">
                <a:solidFill>
                  <a:schemeClr val="bg1"/>
                </a:solidFill>
                <a:latin typeface="청소년서체" panose="02020603020101020101" pitchFamily="18" charset="-127"/>
                <a:ea typeface="청소년서체" panose="02020603020101020101" pitchFamily="18" charset="-127"/>
              </a:endParaRPr>
            </a:p>
          </p:txBody>
        </p:sp>
        <p:sp>
          <p:nvSpPr>
            <p:cNvPr id="96" name="직사각형 95"/>
            <p:cNvSpPr/>
            <p:nvPr/>
          </p:nvSpPr>
          <p:spPr>
            <a:xfrm rot="16200000">
              <a:off x="-4897691" y="4871428"/>
              <a:ext cx="9906002" cy="144000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ko-KR" sz="1400" dirty="0">
                <a:solidFill>
                  <a:prstClr val="white"/>
                </a:solidFill>
                <a:latin typeface="정부상징 부처명_16040911" panose="02020503020101020101" pitchFamily="18" charset="-127"/>
                <a:ea typeface="정부상징 부처명_16040911" panose="02020503020101020101" pitchFamily="18" charset="-127"/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0" y="9521370"/>
              <a:ext cx="6858000" cy="384627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solidFill>
                  <a:schemeClr val="bg1"/>
                </a:solidFill>
                <a:latin typeface="정부상징 부처명_16040911" panose="02020503020101020101" pitchFamily="18" charset="-127"/>
                <a:ea typeface="정부상징 부처명_16040911" panose="02020503020101020101" pitchFamily="18" charset="-127"/>
              </a:endParaRPr>
            </a:p>
          </p:txBody>
        </p:sp>
      </p:grpSp>
      <p:sp>
        <p:nvSpPr>
          <p:cNvPr id="23" name="직사각형 22"/>
          <p:cNvSpPr/>
          <p:nvPr/>
        </p:nvSpPr>
        <p:spPr>
          <a:xfrm rot="21150303" flipH="1">
            <a:off x="484674" y="2431181"/>
            <a:ext cx="913677" cy="554776"/>
          </a:xfrm>
          <a:prstGeom prst="rect">
            <a:avLst/>
          </a:prstGeom>
          <a:solidFill>
            <a:srgbClr val="5E4C8A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spc="-150">
              <a:solidFill>
                <a:prstClr val="white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4" name="직사각형 33"/>
          <p:cNvSpPr/>
          <p:nvPr/>
        </p:nvSpPr>
        <p:spPr>
          <a:xfrm flipH="1">
            <a:off x="572915" y="2462206"/>
            <a:ext cx="890713" cy="504000"/>
          </a:xfrm>
          <a:prstGeom prst="rect">
            <a:avLst/>
          </a:prstGeom>
          <a:solidFill>
            <a:srgbClr val="3330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spc="-150" dirty="0">
                <a:solidFill>
                  <a:prstClr val="white"/>
                </a:solidFill>
                <a:latin typeface="+mn-ea"/>
              </a:rPr>
              <a:t>교육비</a:t>
            </a:r>
            <a:endParaRPr lang="en-US" altLang="ko-KR" sz="1500" b="1" spc="-150" dirty="0">
              <a:solidFill>
                <a:prstClr val="white"/>
              </a:solidFill>
              <a:latin typeface="+mn-ea"/>
            </a:endParaRPr>
          </a:p>
        </p:txBody>
      </p:sp>
      <p:cxnSp>
        <p:nvCxnSpPr>
          <p:cNvPr id="26" name="직선 연결선 25"/>
          <p:cNvCxnSpPr/>
          <p:nvPr/>
        </p:nvCxnSpPr>
        <p:spPr>
          <a:xfrm>
            <a:off x="1688716" y="2714206"/>
            <a:ext cx="4185611" cy="27000"/>
          </a:xfrm>
          <a:prstGeom prst="line">
            <a:avLst/>
          </a:prstGeom>
          <a:ln>
            <a:gradFill>
              <a:gsLst>
                <a:gs pos="0">
                  <a:srgbClr val="CDC2D3"/>
                </a:gs>
                <a:gs pos="100000">
                  <a:srgbClr val="F0ECE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7" name="표 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2520967"/>
              </p:ext>
            </p:extLst>
          </p:nvPr>
        </p:nvGraphicFramePr>
        <p:xfrm>
          <a:off x="980298" y="3313408"/>
          <a:ext cx="5218588" cy="10685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9334">
                  <a:extLst>
                    <a:ext uri="{9D8B030D-6E8A-4147-A177-3AD203B41FA5}">
                      <a16:colId xmlns:a16="http://schemas.microsoft.com/office/drawing/2014/main" val="525343164"/>
                    </a:ext>
                  </a:extLst>
                </a:gridCol>
                <a:gridCol w="2432825">
                  <a:extLst>
                    <a:ext uri="{9D8B030D-6E8A-4147-A177-3AD203B41FA5}">
                      <a16:colId xmlns:a16="http://schemas.microsoft.com/office/drawing/2014/main" val="3876331064"/>
                    </a:ext>
                  </a:extLst>
                </a:gridCol>
                <a:gridCol w="2056429">
                  <a:extLst>
                    <a:ext uri="{9D8B030D-6E8A-4147-A177-3AD203B41FA5}">
                      <a16:colId xmlns:a16="http://schemas.microsoft.com/office/drawing/2014/main" val="2641801744"/>
                    </a:ext>
                  </a:extLst>
                </a:gridCol>
              </a:tblGrid>
              <a:tr h="5342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spc="-15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spc="-150" dirty="0">
                          <a:solidFill>
                            <a:srgbClr val="33304D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100" spc="-150" dirty="0">
                          <a:solidFill>
                            <a:srgbClr val="33304D"/>
                          </a:solidFill>
                          <a:latin typeface="+mn-ea"/>
                          <a:ea typeface="+mn-ea"/>
                        </a:rPr>
                        <a:t>인 기준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spc="-150" dirty="0">
                          <a:solidFill>
                            <a:srgbClr val="33304D"/>
                          </a:solidFill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6677041"/>
                  </a:ext>
                </a:extLst>
              </a:tr>
              <a:tr h="5342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spc="-150" dirty="0">
                          <a:solidFill>
                            <a:srgbClr val="33304D"/>
                          </a:solidFill>
                          <a:latin typeface="+mn-ea"/>
                          <a:ea typeface="+mn-ea"/>
                        </a:rPr>
                        <a:t>일반</a:t>
                      </a: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2,200,000</a:t>
                      </a:r>
                      <a:endParaRPr lang="ko-KR" altLang="en-US" sz="1100" spc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0" dirty="0">
                          <a:latin typeface="+mn-ea"/>
                          <a:ea typeface="+mn-ea"/>
                        </a:rPr>
                        <a:t>교재</a:t>
                      </a:r>
                      <a:r>
                        <a:rPr lang="en-US" altLang="ko-KR" sz="900" spc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spc="0" dirty="0">
                          <a:latin typeface="+mn-ea"/>
                          <a:ea typeface="+mn-ea"/>
                        </a:rPr>
                        <a:t>재료비</a:t>
                      </a:r>
                      <a:r>
                        <a:rPr lang="en-US" altLang="ko-KR" sz="900" spc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spc="0" dirty="0">
                          <a:latin typeface="+mn-ea"/>
                          <a:ea typeface="+mn-ea"/>
                        </a:rPr>
                        <a:t>간식 비용 포함</a:t>
                      </a:r>
                      <a:endParaRPr lang="en-US" altLang="ko-KR" sz="900" spc="0" dirty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900" spc="0" dirty="0">
                          <a:latin typeface="+mn-ea"/>
                          <a:ea typeface="+mn-ea"/>
                        </a:rPr>
                        <a:t>개강 이후 환불 불가</a:t>
                      </a:r>
                      <a:endParaRPr lang="en-US" altLang="ko-KR" sz="900" spc="0" dirty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900" spc="0" dirty="0">
                          <a:latin typeface="+mn-ea"/>
                          <a:ea typeface="+mn-ea"/>
                        </a:rPr>
                        <a:t>카드 결제 시 </a:t>
                      </a:r>
                      <a:r>
                        <a:rPr lang="en-US" altLang="ko-KR" sz="900" spc="0" dirty="0">
                          <a:latin typeface="+mn-ea"/>
                          <a:ea typeface="+mn-ea"/>
                        </a:rPr>
                        <a:t>10% VAT </a:t>
                      </a:r>
                      <a:r>
                        <a:rPr lang="ko-KR" altLang="en-US" sz="900" spc="0" dirty="0">
                          <a:latin typeface="+mn-ea"/>
                          <a:ea typeface="+mn-ea"/>
                        </a:rPr>
                        <a:t>포함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6553683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B38399D4-EB81-4F27-859D-B8C2E089120F}"/>
              </a:ext>
            </a:extLst>
          </p:cNvPr>
          <p:cNvSpPr/>
          <p:nvPr/>
        </p:nvSpPr>
        <p:spPr>
          <a:xfrm>
            <a:off x="947300" y="4728437"/>
            <a:ext cx="5251585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latinLnBrk="0">
              <a:lnSpc>
                <a:spcPct val="130000"/>
              </a:lnSpc>
              <a:spcAft>
                <a:spcPts val="0"/>
              </a:spcAft>
            </a:pPr>
            <a:r>
              <a:rPr lang="en-US" altLang="ko-KR" sz="1000" b="1" kern="100" dirty="0">
                <a:solidFill>
                  <a:srgbClr val="000000"/>
                </a:solidFill>
                <a:latin typeface="맑은 고딕" panose="020B0503020000020004" pitchFamily="50" charset="-127"/>
                <a:cs typeface="Times New Roman" panose="02020603050405020304" pitchFamily="18" charset="0"/>
              </a:rPr>
              <a:t>CMK</a:t>
            </a:r>
            <a:r>
              <a:rPr lang="ko-KR" altLang="ko-KR" sz="1000" b="1" kern="100" dirty="0" err="1">
                <a:solidFill>
                  <a:srgbClr val="000000"/>
                </a:solidFill>
                <a:latin typeface="맑은 고딕" panose="020B0503020000020004" pitchFamily="50" charset="-127"/>
                <a:cs typeface="Times New Roman" panose="02020603050405020304" pitchFamily="18" charset="0"/>
              </a:rPr>
              <a:t>이미지코리아</a:t>
            </a:r>
            <a:r>
              <a:rPr lang="ko-KR" altLang="ko-KR" sz="1000" b="1" kern="100" dirty="0">
                <a:solidFill>
                  <a:srgbClr val="000000"/>
                </a:solidFill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000" b="1" kern="100" dirty="0">
                <a:solidFill>
                  <a:srgbClr val="000000"/>
                </a:solidFill>
                <a:latin typeface="맑은 고딕" panose="020B0503020000020004" pitchFamily="50" charset="-127"/>
                <a:cs typeface="Times New Roman" panose="02020603050405020304" pitchFamily="18" charset="0"/>
              </a:rPr>
              <a:t>  (Office: 031-284-2566)</a:t>
            </a:r>
            <a:endParaRPr lang="ko-KR" altLang="ko-KR" sz="1000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0">
              <a:lnSpc>
                <a:spcPct val="130000"/>
              </a:lnSpc>
              <a:spcAft>
                <a:spcPts val="0"/>
              </a:spcAft>
            </a:pPr>
            <a:r>
              <a:rPr lang="ko-KR" altLang="ko-KR" sz="10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※ 교육 비용 입금계좌 안내</a:t>
            </a:r>
          </a:p>
          <a:p>
            <a:pPr>
              <a:lnSpc>
                <a:spcPct val="130000"/>
              </a:lnSpc>
            </a:pPr>
            <a:r>
              <a:rPr lang="ko-KR" altLang="ko-KR" sz="1000" dirty="0">
                <a:cs typeface="Times New Roman" panose="02020603050405020304" pitchFamily="18" charset="0"/>
              </a:rPr>
              <a:t>국민은행</a:t>
            </a:r>
            <a:r>
              <a:rPr lang="en-US" altLang="ko-KR" sz="1000" dirty="0">
                <a:cs typeface="Times New Roman" panose="02020603050405020304" pitchFamily="18" charset="0"/>
              </a:rPr>
              <a:t> 482637-01-010024(</a:t>
            </a:r>
            <a:r>
              <a:rPr lang="ko-KR" altLang="ko-KR" sz="1000" dirty="0">
                <a:cs typeface="Times New Roman" panose="02020603050405020304" pitchFamily="18" charset="0"/>
              </a:rPr>
              <a:t>예금주</a:t>
            </a:r>
            <a:r>
              <a:rPr lang="en-US" altLang="ko-KR" sz="1000" dirty="0">
                <a:cs typeface="Times New Roman" panose="02020603050405020304" pitchFamily="18" charset="0"/>
              </a:rPr>
              <a:t>: CMK</a:t>
            </a:r>
            <a:r>
              <a:rPr lang="ko-KR" altLang="ko-KR" sz="1000" dirty="0" err="1">
                <a:cs typeface="Times New Roman" panose="02020603050405020304" pitchFamily="18" charset="0"/>
              </a:rPr>
              <a:t>이미지코리아</a:t>
            </a:r>
            <a:r>
              <a:rPr lang="en-US" altLang="ko-KR" sz="1000" dirty="0">
                <a:cs typeface="Times New Roman" panose="02020603050405020304" pitchFamily="18" charset="0"/>
              </a:rPr>
              <a:t>/</a:t>
            </a:r>
            <a:r>
              <a:rPr lang="ko-KR" altLang="ko-KR" sz="1000" dirty="0">
                <a:cs typeface="Times New Roman" panose="02020603050405020304" pitchFamily="18" charset="0"/>
              </a:rPr>
              <a:t>조미경</a:t>
            </a:r>
            <a:r>
              <a:rPr lang="en-US" altLang="ko-KR" sz="1000" dirty="0">
                <a:cs typeface="Times New Roman" panose="02020603050405020304" pitchFamily="18" charset="0"/>
              </a:rPr>
              <a:t>)</a:t>
            </a:r>
            <a:endParaRPr lang="ko-KR" altLang="en-US" dirty="0"/>
          </a:p>
        </p:txBody>
      </p:sp>
      <p:sp>
        <p:nvSpPr>
          <p:cNvPr id="22" name="직사각형 21"/>
          <p:cNvSpPr/>
          <p:nvPr/>
        </p:nvSpPr>
        <p:spPr>
          <a:xfrm flipH="1">
            <a:off x="572915" y="5585183"/>
            <a:ext cx="890713" cy="504000"/>
          </a:xfrm>
          <a:prstGeom prst="rect">
            <a:avLst/>
          </a:prstGeom>
          <a:solidFill>
            <a:srgbClr val="3330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spc="-150" dirty="0">
                <a:solidFill>
                  <a:prstClr val="white"/>
                </a:solidFill>
                <a:latin typeface="+mn-ea"/>
              </a:rPr>
              <a:t>교육특전</a:t>
            </a:r>
            <a:endParaRPr lang="en-US" altLang="ko-KR" sz="1500" b="1" spc="-150" dirty="0">
              <a:solidFill>
                <a:prstClr val="white"/>
              </a:solidFill>
              <a:latin typeface="+mn-ea"/>
            </a:endParaRPr>
          </a:p>
        </p:txBody>
      </p:sp>
      <p:cxnSp>
        <p:nvCxnSpPr>
          <p:cNvPr id="24" name="직선 연결선 23"/>
          <p:cNvCxnSpPr/>
          <p:nvPr/>
        </p:nvCxnSpPr>
        <p:spPr>
          <a:xfrm>
            <a:off x="1690659" y="6370502"/>
            <a:ext cx="4183668" cy="27000"/>
          </a:xfrm>
          <a:prstGeom prst="line">
            <a:avLst/>
          </a:prstGeom>
          <a:ln>
            <a:gradFill>
              <a:gsLst>
                <a:gs pos="0">
                  <a:srgbClr val="CDC2D3"/>
                </a:gs>
                <a:gs pos="100000">
                  <a:srgbClr val="F0ECE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013551" y="243294"/>
            <a:ext cx="28504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spc="-150" dirty="0">
                <a:latin typeface="+mn-ea"/>
              </a:rPr>
              <a:t>3. </a:t>
            </a:r>
            <a:r>
              <a:rPr lang="ko-KR" altLang="en-US" sz="2000" b="1" spc="-150" dirty="0">
                <a:latin typeface="+mn-ea"/>
              </a:rPr>
              <a:t>결제 안내 및 교육 특전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0A5937-6DC4-6636-2001-E683E1943B08}"/>
              </a:ext>
            </a:extLst>
          </p:cNvPr>
          <p:cNvSpPr txBox="1"/>
          <p:nvPr/>
        </p:nvSpPr>
        <p:spPr>
          <a:xfrm>
            <a:off x="1688716" y="5708419"/>
            <a:ext cx="3495230" cy="2414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3F3C57"/>
                </a:solidFill>
                <a:latin typeface="+mn-ea"/>
              </a:rPr>
              <a:t>교육 특징</a:t>
            </a:r>
            <a:endParaRPr lang="en-US" altLang="ko-KR" sz="1400" dirty="0">
              <a:solidFill>
                <a:srgbClr val="3F3C57"/>
              </a:solidFill>
              <a:latin typeface="+mn-ea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100" dirty="0">
                <a:solidFill>
                  <a:srgbClr val="3F3C57"/>
                </a:solidFill>
                <a:latin typeface="+mn-ea"/>
              </a:rPr>
              <a:t>PCA/ ICPA </a:t>
            </a:r>
            <a:r>
              <a:rPr lang="ko-KR" altLang="en-US" sz="1100" dirty="0" err="1">
                <a:solidFill>
                  <a:srgbClr val="3F3C57"/>
                </a:solidFill>
                <a:latin typeface="+mn-ea"/>
              </a:rPr>
              <a:t>얼굴파츠진단</a:t>
            </a:r>
            <a:r>
              <a:rPr lang="ko-KR" altLang="en-US" sz="1100" dirty="0">
                <a:solidFill>
                  <a:srgbClr val="3F3C57"/>
                </a:solidFill>
                <a:latin typeface="+mn-ea"/>
              </a:rPr>
              <a:t> </a:t>
            </a:r>
            <a:r>
              <a:rPr lang="en-US" altLang="ko-KR" sz="1100" dirty="0">
                <a:solidFill>
                  <a:srgbClr val="3F3C57"/>
                </a:solidFill>
                <a:latin typeface="+mn-ea"/>
              </a:rPr>
              <a:t>9</a:t>
            </a:r>
            <a:r>
              <a:rPr lang="ko-KR" altLang="en-US" sz="1100" dirty="0">
                <a:solidFill>
                  <a:srgbClr val="3F3C57"/>
                </a:solidFill>
                <a:latin typeface="+mn-ea"/>
              </a:rPr>
              <a:t>타입 체크리스트 </a:t>
            </a:r>
            <a:r>
              <a:rPr lang="en-US" altLang="ko-KR" sz="1100" dirty="0">
                <a:solidFill>
                  <a:srgbClr val="3F3C57"/>
                </a:solidFill>
                <a:latin typeface="+mn-ea"/>
              </a:rPr>
              <a:t>3</a:t>
            </a:r>
            <a:r>
              <a:rPr lang="ko-KR" altLang="en-US" sz="1100" dirty="0">
                <a:solidFill>
                  <a:srgbClr val="3F3C57"/>
                </a:solidFill>
                <a:latin typeface="+mn-ea"/>
              </a:rPr>
              <a:t>종 사용권한</a:t>
            </a:r>
            <a:endParaRPr lang="en-US" altLang="ko-KR" sz="1100" dirty="0">
              <a:solidFill>
                <a:srgbClr val="3F3C57"/>
              </a:solidFill>
              <a:latin typeface="+mn-ea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100" dirty="0">
                <a:solidFill>
                  <a:srgbClr val="3F3C57"/>
                </a:solidFill>
                <a:latin typeface="+mn-ea"/>
              </a:rPr>
              <a:t>골격진단을 정식 교육과정으로 도입한 전문기관에서 진행</a:t>
            </a:r>
            <a:endParaRPr lang="en-US" altLang="ko-KR" sz="1100" dirty="0">
              <a:solidFill>
                <a:srgbClr val="3F3C57"/>
              </a:solidFill>
              <a:latin typeface="+mn-ea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100" dirty="0">
                <a:solidFill>
                  <a:srgbClr val="3F3C57"/>
                </a:solidFill>
                <a:latin typeface="+mn-ea"/>
              </a:rPr>
              <a:t>구체적인 진단 매뉴얼과 정확한 스타일링 방법론으로 교육</a:t>
            </a:r>
            <a:endParaRPr lang="en-US" altLang="ko-KR" sz="1100" dirty="0">
              <a:solidFill>
                <a:srgbClr val="3F3C57"/>
              </a:solidFill>
              <a:latin typeface="+mn-ea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100" dirty="0">
                <a:solidFill>
                  <a:srgbClr val="3F3C57"/>
                </a:solidFill>
                <a:latin typeface="+mn-ea"/>
              </a:rPr>
              <a:t>여성 얼굴 남성 얼굴 진단 통합 교육 진행 </a:t>
            </a:r>
            <a:r>
              <a:rPr lang="ko-KR" altLang="en-US" sz="1100" dirty="0" err="1">
                <a:solidFill>
                  <a:srgbClr val="3F3C57"/>
                </a:solidFill>
                <a:latin typeface="+mn-ea"/>
              </a:rPr>
              <a:t>파멸화된</a:t>
            </a:r>
            <a:r>
              <a:rPr lang="ko-KR" altLang="en-US" sz="1100" dirty="0">
                <a:solidFill>
                  <a:srgbClr val="3F3C57"/>
                </a:solidFill>
                <a:latin typeface="+mn-ea"/>
              </a:rPr>
              <a:t> 국제과정</a:t>
            </a:r>
            <a:endParaRPr lang="en-US" altLang="ko-KR" sz="1100" dirty="0">
              <a:solidFill>
                <a:srgbClr val="3F3C57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15078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>
            <a:lumMod val="90000"/>
          </a:schemeClr>
        </a:solidFill>
        <a:ln>
          <a:noFill/>
        </a:ln>
      </a:spPr>
      <a:bodyPr rtlCol="0" anchor="ctr"/>
      <a:lstStyle>
        <a:defPPr algn="ctr">
          <a:defRPr sz="1200">
            <a:solidFill>
              <a:sysClr val="windowText" lastClr="000000"/>
            </a:solidFill>
            <a:latin typeface="KoPub돋움체 Light" panose="02020603020101020101" pitchFamily="18" charset="-127"/>
            <a:ea typeface="KoPub돋움체 Light" panose="02020603020101020101" pitchFamily="18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2523</TotalTime>
  <Words>456</Words>
  <Application>Microsoft Office PowerPoint</Application>
  <PresentationFormat>A4 용지(210x297mm)</PresentationFormat>
  <Paragraphs>82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3" baseType="lpstr">
      <vt:lpstr>KoPub돋움체 Bold</vt:lpstr>
      <vt:lpstr>맑은 고딕</vt:lpstr>
      <vt:lpstr>정부상징 부처명_16040911</vt:lpstr>
      <vt:lpstr>청소년서체</vt:lpstr>
      <vt:lpstr>Arial</vt:lpstr>
      <vt:lpstr>Calibri</vt:lpstr>
      <vt:lpstr>Calibri Light</vt:lpstr>
      <vt:lpstr>Times New Roman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미경 조</cp:lastModifiedBy>
  <cp:revision>235</cp:revision>
  <dcterms:created xsi:type="dcterms:W3CDTF">2018-01-05T11:03:25Z</dcterms:created>
  <dcterms:modified xsi:type="dcterms:W3CDTF">2026-08-31T02:43:14Z</dcterms:modified>
</cp:coreProperties>
</file>